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95f755c39734175" /><Relationship Type="http://schemas.openxmlformats.org/officeDocument/2006/relationships/extended-properties" Target="/docProps/app.xml" Id="R7266b1254b644ad1" /><Relationship Type="http://schemas.openxmlformats.org/officeDocument/2006/relationships/officeDocument" Target="/ppt/presentation.xml" Id="R1e15cadca2584e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c7c5c99a5284b5b"/>
  </p:sldMasterIdLst>
  <p:notesMasterIdLst>
    <p:notesMasterId xmlns:r="http://schemas.openxmlformats.org/officeDocument/2006/relationships" r:id="R928ef611e7704537"/>
  </p:notesMasterIdLst>
  <p:sldIdLst>
    <p:sldId xmlns:r="http://schemas.openxmlformats.org/officeDocument/2006/relationships" id="256" r:id="R8c24c76c57f74b2d"/>
    <p:sldId xmlns:r="http://schemas.openxmlformats.org/officeDocument/2006/relationships" id="257" r:id="R9a67df2942614ef3"/>
    <p:sldId xmlns:r="http://schemas.openxmlformats.org/officeDocument/2006/relationships" id="258" r:id="Reae09ed5863a471a"/>
    <p:sldId xmlns:r="http://schemas.openxmlformats.org/officeDocument/2006/relationships" id="259" r:id="Rf40fd095641a4233"/>
    <p:sldId xmlns:r="http://schemas.openxmlformats.org/officeDocument/2006/relationships" id="260" r:id="Ra7b028306b064e1b"/>
    <p:sldId xmlns:r="http://schemas.openxmlformats.org/officeDocument/2006/relationships" id="261" r:id="R285376fa87004c55"/>
    <p:sldId xmlns:r="http://schemas.openxmlformats.org/officeDocument/2006/relationships" id="262" r:id="Rb485f49c86c34aeb"/>
    <p:sldId xmlns:r="http://schemas.openxmlformats.org/officeDocument/2006/relationships" id="263" r:id="R5af1ab254dd249a6"/>
    <p:sldId xmlns:r="http://schemas.openxmlformats.org/officeDocument/2006/relationships" id="264" r:id="R6867996298a1483c"/>
    <p:sldId xmlns:r="http://schemas.openxmlformats.org/officeDocument/2006/relationships" id="265" r:id="R39718ee87fcb4f0c"/>
    <p:sldId xmlns:r="http://schemas.openxmlformats.org/officeDocument/2006/relationships" id="266" r:id="R5acef51050c74fba"/>
    <p:sldId xmlns:r="http://schemas.openxmlformats.org/officeDocument/2006/relationships" id="267" r:id="Rec301dab1c544c58"/>
    <p:sldId xmlns:r="http://schemas.openxmlformats.org/officeDocument/2006/relationships" id="268" r:id="R60f80478fb414db7"/>
    <p:sldId xmlns:r="http://schemas.openxmlformats.org/officeDocument/2006/relationships" id="269" r:id="R3034c3c2591e477f"/>
    <p:sldId xmlns:r="http://schemas.openxmlformats.org/officeDocument/2006/relationships" id="270" r:id="Rd967207755534727"/>
    <p:sldId xmlns:r="http://schemas.openxmlformats.org/officeDocument/2006/relationships" id="271" r:id="R6f10ae79e310423e"/>
    <p:sldId xmlns:r="http://schemas.openxmlformats.org/officeDocument/2006/relationships" id="272" r:id="R3d9c3b8a5c9a4f32"/>
    <p:sldId xmlns:r="http://schemas.openxmlformats.org/officeDocument/2006/relationships" id="273" r:id="R5fca30d6ee76487b"/>
    <p:sldId xmlns:r="http://schemas.openxmlformats.org/officeDocument/2006/relationships" id="274" r:id="Rf0f8948d06ae4d1e"/>
    <p:sldId xmlns:r="http://schemas.openxmlformats.org/officeDocument/2006/relationships" id="275" r:id="Ree8ad6defc4e40ab"/>
    <p:sldId xmlns:r="http://schemas.openxmlformats.org/officeDocument/2006/relationships" id="276" r:id="R8682f605215a4695"/>
    <p:sldId xmlns:r="http://schemas.openxmlformats.org/officeDocument/2006/relationships" id="277" r:id="R92e73126b3694642"/>
    <p:sldId xmlns:r="http://schemas.openxmlformats.org/officeDocument/2006/relationships" id="278" r:id="Rbd8e24ba66c545f6"/>
    <p:sldId xmlns:r="http://schemas.openxmlformats.org/officeDocument/2006/relationships" id="279" r:id="R5e77653ad6c74c03"/>
    <p:sldId xmlns:r="http://schemas.openxmlformats.org/officeDocument/2006/relationships" id="280" r:id="R85ce36a9398d45c2"/>
    <p:sldId xmlns:r="http://schemas.openxmlformats.org/officeDocument/2006/relationships" id="281" r:id="R00fb5dc3c32947b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7925b844f4f93" /><Relationship Type="http://schemas.openxmlformats.org/officeDocument/2006/relationships/slideMaster" Target="/ppt/slideMasters/slideMaster1.xml" Id="Rfc7c5c99a5284b5b" /><Relationship Type="http://schemas.openxmlformats.org/officeDocument/2006/relationships/notesMaster" Target="/ppt/notesMasters/notesMaster1.xml" Id="R928ef611e7704537" /><Relationship Type="http://schemas.openxmlformats.org/officeDocument/2006/relationships/presProps" Target="/ppt/presProps.xml" Id="Recdedcbe7bb14388" /><Relationship Type="http://schemas.openxmlformats.org/officeDocument/2006/relationships/tableStyles" Target="/ppt/tableStyles.xml" Id="Rca0421f464614808" /><Relationship Type="http://schemas.openxmlformats.org/officeDocument/2006/relationships/slide" Target="/ppt/slides/slide1.xml" Id="R8c24c76c57f74b2d" /><Relationship Type="http://schemas.openxmlformats.org/officeDocument/2006/relationships/slide" Target="/ppt/slides/slide2.xml" Id="R9a67df2942614ef3" /><Relationship Type="http://schemas.openxmlformats.org/officeDocument/2006/relationships/slide" Target="/ppt/slides/slide3.xml" Id="Reae09ed5863a471a" /><Relationship Type="http://schemas.openxmlformats.org/officeDocument/2006/relationships/slide" Target="/ppt/slides/slide4.xml" Id="Rf40fd095641a4233" /><Relationship Type="http://schemas.openxmlformats.org/officeDocument/2006/relationships/slide" Target="/ppt/slides/slide5.xml" Id="Ra7b028306b064e1b" /><Relationship Type="http://schemas.openxmlformats.org/officeDocument/2006/relationships/slide" Target="/ppt/slides/slide6.xml" Id="R285376fa87004c55" /><Relationship Type="http://schemas.openxmlformats.org/officeDocument/2006/relationships/slide" Target="/ppt/slides/slide7.xml" Id="Rb485f49c86c34aeb" /><Relationship Type="http://schemas.openxmlformats.org/officeDocument/2006/relationships/slide" Target="/ppt/slides/slide8.xml" Id="R5af1ab254dd249a6" /><Relationship Type="http://schemas.openxmlformats.org/officeDocument/2006/relationships/slide" Target="/ppt/slides/slide9.xml" Id="R6867996298a1483c" /><Relationship Type="http://schemas.openxmlformats.org/officeDocument/2006/relationships/slide" Target="/ppt/slides/slide10.xml" Id="R39718ee87fcb4f0c" /><Relationship Type="http://schemas.openxmlformats.org/officeDocument/2006/relationships/slide" Target="/ppt/slides/slide11.xml" Id="R5acef51050c74fba" /><Relationship Type="http://schemas.openxmlformats.org/officeDocument/2006/relationships/slide" Target="/ppt/slides/slide12.xml" Id="Rec301dab1c544c58" /><Relationship Type="http://schemas.openxmlformats.org/officeDocument/2006/relationships/slide" Target="/ppt/slides/slide13.xml" Id="R60f80478fb414db7" /><Relationship Type="http://schemas.openxmlformats.org/officeDocument/2006/relationships/slide" Target="/ppt/slides/slide14.xml" Id="R3034c3c2591e477f" /><Relationship Type="http://schemas.openxmlformats.org/officeDocument/2006/relationships/slide" Target="/ppt/slides/slide15.xml" Id="Rd967207755534727" /><Relationship Type="http://schemas.openxmlformats.org/officeDocument/2006/relationships/slide" Target="/ppt/slides/slide16.xml" Id="R6f10ae79e310423e" /><Relationship Type="http://schemas.openxmlformats.org/officeDocument/2006/relationships/slide" Target="/ppt/slides/slide17.xml" Id="R3d9c3b8a5c9a4f32" /><Relationship Type="http://schemas.openxmlformats.org/officeDocument/2006/relationships/slide" Target="/ppt/slides/slide18.xml" Id="R5fca30d6ee76487b" /><Relationship Type="http://schemas.openxmlformats.org/officeDocument/2006/relationships/slide" Target="/ppt/slides/slide19.xml" Id="Rf0f8948d06ae4d1e" /><Relationship Type="http://schemas.openxmlformats.org/officeDocument/2006/relationships/slide" Target="/ppt/slides/slide20.xml" Id="Ree8ad6defc4e40ab" /><Relationship Type="http://schemas.openxmlformats.org/officeDocument/2006/relationships/slide" Target="/ppt/slides/slide21.xml" Id="R8682f605215a4695" /><Relationship Type="http://schemas.openxmlformats.org/officeDocument/2006/relationships/slide" Target="/ppt/slides/slide22.xml" Id="R92e73126b3694642" /><Relationship Type="http://schemas.openxmlformats.org/officeDocument/2006/relationships/slide" Target="/ppt/slides/slide23.xml" Id="Rbd8e24ba66c545f6" /><Relationship Type="http://schemas.openxmlformats.org/officeDocument/2006/relationships/slide" Target="/ppt/slides/slide24.xml" Id="R5e77653ad6c74c03" /><Relationship Type="http://schemas.openxmlformats.org/officeDocument/2006/relationships/slide" Target="/ppt/slides/slide25.xml" Id="R85ce36a9398d45c2" /><Relationship Type="http://schemas.openxmlformats.org/officeDocument/2006/relationships/slide" Target="/ppt/slides/slide26.xml" Id="R00fb5dc3c32947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19aba7fcf40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86c7bf9cd642f4" /><Relationship Type="http://schemas.openxmlformats.org/officeDocument/2006/relationships/notesMaster" Target="/ppt/notesMasters/notesMaster1.xml" Id="Ra4d7f0f0e8124cf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17a39cf896493d" /><Relationship Type="http://schemas.openxmlformats.org/officeDocument/2006/relationships/notesMaster" Target="/ppt/notesMasters/notesMaster1.xml" Id="Reccc23d7d4c849d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591a130078243ec" /><Relationship Type="http://schemas.openxmlformats.org/officeDocument/2006/relationships/notesMaster" Target="/ppt/notesMasters/notesMaster1.xml" Id="Rc91967a961894c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dbbca211284fe0" /><Relationship Type="http://schemas.openxmlformats.org/officeDocument/2006/relationships/notesMaster" Target="/ppt/notesMasters/notesMaster1.xml" Id="Rc37f4bf62eda4a1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5bbee9e4bd4e26" /><Relationship Type="http://schemas.openxmlformats.org/officeDocument/2006/relationships/notesMaster" Target="/ppt/notesMasters/notesMaster1.xml" Id="R5a3fc8801be7465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1481a31ae4270" /><Relationship Type="http://schemas.openxmlformats.org/officeDocument/2006/relationships/notesMaster" Target="/ppt/notesMasters/notesMaster1.xml" Id="R37860941c45b47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bca71dc1dc465d" /><Relationship Type="http://schemas.openxmlformats.org/officeDocument/2006/relationships/notesMaster" Target="/ppt/notesMasters/notesMaster1.xml" Id="R57a1bf93454d41b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b23a388fc148a8" /><Relationship Type="http://schemas.openxmlformats.org/officeDocument/2006/relationships/notesMaster" Target="/ppt/notesMasters/notesMaster1.xml" Id="R4c9659d2020b430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2ddec46649c4672" /><Relationship Type="http://schemas.openxmlformats.org/officeDocument/2006/relationships/notesMaster" Target="/ppt/notesMasters/notesMaster1.xml" Id="R7b6055a75c8e4c4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504b0ff26794a42" /><Relationship Type="http://schemas.openxmlformats.org/officeDocument/2006/relationships/notesMaster" Target="/ppt/notesMasters/notesMaster1.xml" Id="R17a95c26feaa46f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4994e5545b74276" /><Relationship Type="http://schemas.openxmlformats.org/officeDocument/2006/relationships/notesMaster" Target="/ppt/notesMasters/notesMaster1.xml" Id="Rc8bc970568a0409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280d624996d4121" /><Relationship Type="http://schemas.openxmlformats.org/officeDocument/2006/relationships/notesMaster" Target="/ppt/notesMasters/notesMaster1.xml" Id="R262bc12ce756479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d281dd33894ab6" /><Relationship Type="http://schemas.openxmlformats.org/officeDocument/2006/relationships/notesMaster" Target="/ppt/notesMasters/notesMaster1.xml" Id="R350cd71e110e40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b6f1733a2854969" /><Relationship Type="http://schemas.openxmlformats.org/officeDocument/2006/relationships/notesMaster" Target="/ppt/notesMasters/notesMaster1.xml" Id="R5e70f6eae025421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aebe6da83fb4931" /><Relationship Type="http://schemas.openxmlformats.org/officeDocument/2006/relationships/notesMaster" Target="/ppt/notesMasters/notesMaster1.xml" Id="R91bb1837c7d7461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62961dcf7604d3b" /><Relationship Type="http://schemas.openxmlformats.org/officeDocument/2006/relationships/notesMaster" Target="/ppt/notesMasters/notesMaster1.xml" Id="Rddca4736072b415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96be5393a9a49f8" /><Relationship Type="http://schemas.openxmlformats.org/officeDocument/2006/relationships/notesMaster" Target="/ppt/notesMasters/notesMaster1.xml" Id="R1184753901eb4217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338e4f346f44b4d" /><Relationship Type="http://schemas.openxmlformats.org/officeDocument/2006/relationships/notesMaster" Target="/ppt/notesMasters/notesMaster1.xml" Id="Raed1db6799494c8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024503767f546fe" /><Relationship Type="http://schemas.openxmlformats.org/officeDocument/2006/relationships/notesMaster" Target="/ppt/notesMasters/notesMaster1.xml" Id="Rb7786a418f62459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2b46651326342ef" /><Relationship Type="http://schemas.openxmlformats.org/officeDocument/2006/relationships/notesMaster" Target="/ppt/notesMasters/notesMaster1.xml" Id="R7d48e0ea63d0485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b9d2560003f48d6" /><Relationship Type="http://schemas.openxmlformats.org/officeDocument/2006/relationships/notesMaster" Target="/ppt/notesMasters/notesMaster1.xml" Id="R3ffecac9b57b4e1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c3109b6fd14b46cb" /><Relationship Type="http://schemas.openxmlformats.org/officeDocument/2006/relationships/notesMaster" Target="/ppt/notesMasters/notesMaster1.xml" Id="Ra738ab8a9ffd47a9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91419df12014dde" /><Relationship Type="http://schemas.openxmlformats.org/officeDocument/2006/relationships/notesMaster" Target="/ppt/notesMasters/notesMaster1.xml" Id="R24da964c52a7480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bc91cedeb60458f" /><Relationship Type="http://schemas.openxmlformats.org/officeDocument/2006/relationships/notesMaster" Target="/ppt/notesMasters/notesMaster1.xml" Id="R4d7c647531c142c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55b0de6fa894188" /><Relationship Type="http://schemas.openxmlformats.org/officeDocument/2006/relationships/notesMaster" Target="/ppt/notesMasters/notesMaster1.xml" Id="R9c84a3b359454d4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61635478a8f482c" /><Relationship Type="http://schemas.openxmlformats.org/officeDocument/2006/relationships/notesMaster" Target="/ppt/notesMasters/notesMaster1.xml" Id="Rd2d27b0d7f8446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文案。主题：产品定位与主张。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文案。主题：核心场景。这是待验证场景，不承诺任意历史和所有笔刷均能无损恢复。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文案。主题：现有工作流的成本。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文案。主题：修改粒度。笔刷替换和图层迁移属于后续扩展方向，此页用于解释创作者需求。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文案。主题：产品基本定义与三个平面。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文案。主题：探索行为与自动组织。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文案。主题：产品差异与来源反查。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文案。主题：事件排除。局部切分是设计中的表达方式。可靠性需按宿主与操作类别验证。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文案。主题：混合恢复架构。混合架构来自用户原始 PPT 附录02；依赖与可靠性边界来自《提示词.docx》第五、八、九、十九节。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文案。主题：初版精确撤销。宿主撤销栈接入为设计目标，需要宿主适配验证。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文案。主题：任意历史版本回溯与分支定义。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文案。主题：聚集性事件包与抽象事件。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文案。主题：初版五项核心能力。本页是初版规划，不代表当前全部实现。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文案。主题：最小验证闭环。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文案。主题：商业落点与滩头用户假设。AI与手工混合创作者来自原始PPT；文档尾部提出该人群是否适合作为滩头用户的待验证问题，不视为已经证明的市场事实。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文案。主题：AI混合创作者假设与技术边界。本页为基于用户资料的立项验证建议，不构成已验证市场结论或新增初版功能承诺。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文案。主题：商业路径与试用验证。商业路径来自原始PPT；观察问题来自《提示词.docx》第十二、十七节。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文案。主题：主讲收束。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文案。主题：与撤销的区别。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文案。主题：过程文件的数据分层。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文案。主题：混合恢复、依赖与迁移边界。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文案。主题：索引层、默认执行视图、运动规律一致性。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文案。主题：三个平面的组合。宿主识别与重放仍需逐一适配和验证。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文案。主题：授权与数据战略。此页呈现产品设计原则，不作法律合规结论。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文案。主题：长期路线。工具与工程文件提供当前价值；过程媒介和过程智能是长期目标。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内容来源：用户提供《提示词.docx》，D:/D盘/提示词.docx；用户原始立项会 PPT 文案。主题：风险与验证。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95e02088044ff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04877cce6b47f2" /><Relationship Type="http://schemas.openxmlformats.org/officeDocument/2006/relationships/slideLayout" Target="/ppt/slideLayouts/slideLayout1.xml" Id="Re6a6613ac796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a6613ac796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2ce47fdb0408c" /><Relationship Type="http://schemas.openxmlformats.org/officeDocument/2006/relationships/notesSlide" Target="/ppt/notesSlides/notesSlide1.xml" Id="Ref30d55d48694dd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45391d8eb4d6b" /><Relationship Type="http://schemas.openxmlformats.org/officeDocument/2006/relationships/notesSlide" Target="/ppt/notesSlides/notesSlide2.xml" Id="Ra9dfb8674f8943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2f2a9d0e274705" /><Relationship Type="http://schemas.openxmlformats.org/officeDocument/2006/relationships/notesSlide" Target="/ppt/notesSlides/notesSlide3.xml" Id="R18d6680384344d1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c505e0d96d4fc7" /><Relationship Type="http://schemas.openxmlformats.org/officeDocument/2006/relationships/notesSlide" Target="/ppt/notesSlides/notesSlide4.xml" Id="Refba67bcab0a472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a4a662577b4355" /><Relationship Type="http://schemas.openxmlformats.org/officeDocument/2006/relationships/notesSlide" Target="/ppt/notesSlides/notesSlide5.xml" Id="R35b83a0786bd47a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c3aabb3f24bbc" /><Relationship Type="http://schemas.openxmlformats.org/officeDocument/2006/relationships/notesSlide" Target="/ppt/notesSlides/notesSlide6.xml" Id="Rd00336d002e3429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b1fff14ee844e7" /><Relationship Type="http://schemas.openxmlformats.org/officeDocument/2006/relationships/notesSlide" Target="/ppt/notesSlides/notesSlide7.xml" Id="R2b3bbaf428b14b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7fe1491c64c10" /><Relationship Type="http://schemas.openxmlformats.org/officeDocument/2006/relationships/notesSlide" Target="/ppt/notesSlides/notesSlide8.xml" Id="R174ffa8baf2b47b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5ca9bc4b64be0" /><Relationship Type="http://schemas.openxmlformats.org/officeDocument/2006/relationships/notesSlide" Target="/ppt/notesSlides/notesSlide9.xml" Id="R5426b3449f4243e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b9e23c8c34e47" /><Relationship Type="http://schemas.openxmlformats.org/officeDocument/2006/relationships/notesSlide" Target="/ppt/notesSlides/notesSlide10.xml" Id="R5c25ddef201d4be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5182949be4e53" /><Relationship Type="http://schemas.openxmlformats.org/officeDocument/2006/relationships/notesSlide" Target="/ppt/notesSlides/notesSlide11.xml" Id="Rf36a9e977a20457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d066f004b94efc" /><Relationship Type="http://schemas.openxmlformats.org/officeDocument/2006/relationships/notesSlide" Target="/ppt/notesSlides/notesSlide12.xml" Id="R9ee5a21795b14f8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744b0e50d4ddd" /><Relationship Type="http://schemas.openxmlformats.org/officeDocument/2006/relationships/notesSlide" Target="/ppt/notesSlides/notesSlide13.xml" Id="R5eda09c8f34e4a0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cfab6db7cb428b" /><Relationship Type="http://schemas.openxmlformats.org/officeDocument/2006/relationships/notesSlide" Target="/ppt/notesSlides/notesSlide14.xml" Id="R13401613efbb44d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3111be39c49b2" /><Relationship Type="http://schemas.openxmlformats.org/officeDocument/2006/relationships/notesSlide" Target="/ppt/notesSlides/notesSlide15.xml" Id="Rcc3ef7a5f30e4e0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32255efee84f7f" /><Relationship Type="http://schemas.openxmlformats.org/officeDocument/2006/relationships/notesSlide" Target="/ppt/notesSlides/notesSlide16.xml" Id="R505d4ee104554c2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afa1484610485c" /><Relationship Type="http://schemas.openxmlformats.org/officeDocument/2006/relationships/notesSlide" Target="/ppt/notesSlides/notesSlide17.xml" Id="R3f0c40657ea147a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e6d22091249f5" /><Relationship Type="http://schemas.openxmlformats.org/officeDocument/2006/relationships/notesSlide" Target="/ppt/notesSlides/notesSlide18.xml" Id="R7427a810c7f349a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fb63634b9f4e7a" /><Relationship Type="http://schemas.openxmlformats.org/officeDocument/2006/relationships/notesSlide" Target="/ppt/notesSlides/notesSlide19.xml" Id="R5b278c0167c3493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dba94226374e0c" /><Relationship Type="http://schemas.openxmlformats.org/officeDocument/2006/relationships/notesSlide" Target="/ppt/notesSlides/notesSlide20.xml" Id="Rbdd8e57e75bc4f7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e8bae7fe504891" /><Relationship Type="http://schemas.openxmlformats.org/officeDocument/2006/relationships/notesSlide" Target="/ppt/notesSlides/notesSlide21.xml" Id="Rfa5e24baffeb4ca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754227a273486c" /><Relationship Type="http://schemas.openxmlformats.org/officeDocument/2006/relationships/notesSlide" Target="/ppt/notesSlides/notesSlide22.xml" Id="Rd9cc8b6546d54bf3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ecac306de4ac6" /><Relationship Type="http://schemas.openxmlformats.org/officeDocument/2006/relationships/notesSlide" Target="/ppt/notesSlides/notesSlide23.xml" Id="R244da6dc1f5f49b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6dd4cb72374a46" /><Relationship Type="http://schemas.openxmlformats.org/officeDocument/2006/relationships/notesSlide" Target="/ppt/notesSlides/notesSlide24.xml" Id="R49f94d2aa54d4a13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64266c84e4340" /><Relationship Type="http://schemas.openxmlformats.org/officeDocument/2006/relationships/notesSlide" Target="/ppt/notesSlides/notesSlide25.xml" Id="R6fb391d441cf4913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c68f460b042a8" /><Relationship Type="http://schemas.openxmlformats.org/officeDocument/2006/relationships/notesSlide" Target="/ppt/notesSlides/notesSlide26.xml" Id="R858ce334dbee43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D58B3D-B58F-4A34-BDCE-67FB23C5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15175" y="419100"/>
            <a:ext cx="4076700" cy="552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CCD8B-0782-42A9-B42E-A8D346CC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80000">
            <a:off x="704850" y="1562100"/>
            <a:ext cx="6953250" cy="2809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D2F2B-4842-4BC8-A31A-D43FFE08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0000">
            <a:off x="8134350" y="4438650"/>
            <a:ext cx="29337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1C00B4-6803-4704-8507-D9899C74F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762000"/>
            <a:ext cx="537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5" name="MEMO LINE">
            <a:extLst xmlns:a="http://schemas.openxmlformats.org/drawingml/2006/main">
              <a:ext uri="{FF2B5EF4-FFF2-40B4-BE49-F238E27FC236}">
                <a16:creationId xmlns:a16="http://schemas.microsoft.com/office/drawing/2014/main" id="{32A55F38-177B-4D48-BF8B-E3BBDFA5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33375"/>
            <a:ext cx="4286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Bodoni MT"/>
                <a:ea typeface="Bodoni MT"/>
                <a:cs typeface="Bodoni MT"/>
              </a:defRPr>
            </a:pPr>
            <a:r>
              <a:rPr sz="2100" b="0">
                <a:solidFill>
                  <a:srgbClr val="272F2C"/>
                </a:solidFill>
                <a:latin typeface="Bodoni MT"/>
                <a:ea typeface="Bodoni MT"/>
                <a:cs typeface="Bodoni MT"/>
              </a:rPr>
              <a:t>MEMO LINE</a:t>
            </a:r>
          </a:p>
        </p:txBody>
      </p:sp>
      <p:sp>
        <p:nvSpPr>
          <p:cNvPr id="6" name="项目立项提案">
            <a:extLst xmlns:a="http://schemas.openxmlformats.org/drawingml/2006/main">
              <a:ext uri="{FF2B5EF4-FFF2-40B4-BE49-F238E27FC236}">
                <a16:creationId xmlns:a16="http://schemas.microsoft.com/office/drawing/2014/main" id="{CF9FF516-D88C-40BE-B888-3AD67114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63000" y="552450"/>
            <a:ext cx="20764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5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项目立项提案</a:t>
            </a:r>
          </a:p>
        </p:txBody>
      </p:sp>
      <p:sp>
        <p:nvSpPr>
          <p:cNvPr id="7" name="记">
            <a:extLst xmlns:a="http://schemas.openxmlformats.org/drawingml/2006/main">
              <a:ext uri="{FF2B5EF4-FFF2-40B4-BE49-F238E27FC236}">
                <a16:creationId xmlns:a16="http://schemas.microsoft.com/office/drawing/2014/main" id="{1A8600E9-A355-4AAF-BEBC-F55646BC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1704975"/>
            <a:ext cx="209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129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记</a:t>
            </a:r>
          </a:p>
        </p:txBody>
      </p:sp>
      <p:sp>
        <p:nvSpPr>
          <p:cNvPr id="8" name="艺">
            <a:extLst xmlns:a="http://schemas.openxmlformats.org/drawingml/2006/main">
              <a:ext uri="{FF2B5EF4-FFF2-40B4-BE49-F238E27FC236}">
                <a16:creationId xmlns:a16="http://schemas.microsoft.com/office/drawing/2014/main" id="{7D73C58B-5D6B-4043-AE37-76795A21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181350" y="2019300"/>
            <a:ext cx="209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129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艺</a:t>
            </a:r>
          </a:p>
        </p:txBody>
      </p:sp>
      <p:sp>
        <p:nvSpPr>
          <p:cNvPr id="9" name="线">
            <a:extLst xmlns:a="http://schemas.openxmlformats.org/drawingml/2006/main">
              <a:ext uri="{FF2B5EF4-FFF2-40B4-BE49-F238E27FC236}">
                <a16:creationId xmlns:a16="http://schemas.microsoft.com/office/drawing/2014/main" id="{F3F0EAF0-FA37-4770-8DE2-AA14BB5A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00675" y="1714500"/>
            <a:ext cx="209550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9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129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线</a:t>
            </a:r>
          </a:p>
        </p:txBody>
      </p:sp>
      <p:sp>
        <p:nvSpPr>
          <p:cNvPr id="10" name="让后悔可改">
            <a:extLst xmlns:a="http://schemas.openxmlformats.org/drawingml/2006/main">
              <a:ext uri="{FF2B5EF4-FFF2-40B4-BE49-F238E27FC236}">
                <a16:creationId xmlns:a16="http://schemas.microsoft.com/office/drawing/2014/main" id="{F277BC20-71AC-424A-9B34-D071AE96B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00950" y="1752600"/>
            <a:ext cx="31337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0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让后悔可改</a:t>
            </a:r>
          </a:p>
        </p:txBody>
      </p:sp>
      <p:sp>
        <p:nvSpPr>
          <p:cNvPr id="11" name="让心流不断">
            <a:extLst xmlns:a="http://schemas.openxmlformats.org/drawingml/2006/main">
              <a:ext uri="{FF2B5EF4-FFF2-40B4-BE49-F238E27FC236}">
                <a16:creationId xmlns:a16="http://schemas.microsoft.com/office/drawing/2014/main" id="{AA9A7185-DD7F-4376-9611-DEFF324E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39100" y="2381250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0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让心流不断</a:t>
            </a:r>
          </a:p>
        </p:txBody>
      </p:sp>
      <p:sp>
        <p:nvSpPr>
          <p:cNvPr id="12" name="数字绘画的过程层">
            <a:extLst xmlns:a="http://schemas.openxmlformats.org/drawingml/2006/main">
              <a:ext uri="{FF2B5EF4-FFF2-40B4-BE49-F238E27FC236}">
                <a16:creationId xmlns:a16="http://schemas.microsoft.com/office/drawing/2014/main" id="{16F30A70-A3B5-43CB-B6A5-407409160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714875"/>
            <a:ext cx="6286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数字绘画的过程层</a:t>
            </a:r>
          </a:p>
        </p:txBody>
      </p:sp>
      <p:sp>
        <p:nvSpPr>
          <p:cNvPr id="13" name="先自然创作，再组织过去">
            <a:extLst xmlns:a="http://schemas.openxmlformats.org/drawingml/2006/main">
              <a:ext uri="{FF2B5EF4-FFF2-40B4-BE49-F238E27FC236}">
                <a16:creationId xmlns:a16="http://schemas.microsoft.com/office/drawing/2014/main" id="{BE05A875-38D1-4038-B27F-77BE0D4F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5372100"/>
            <a:ext cx="6238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先自然创作，再组织过去</a:t>
            </a:r>
          </a:p>
        </p:txBody>
      </p:sp>
      <p:sp>
        <p:nvSpPr>
          <p:cNvPr id="14" name="What if I…?">
            <a:extLst xmlns:a="http://schemas.openxmlformats.org/drawingml/2006/main">
              <a:ext uri="{FF2B5EF4-FFF2-40B4-BE49-F238E27FC236}">
                <a16:creationId xmlns:a16="http://schemas.microsoft.com/office/drawing/2014/main" id="{2E4E1CF1-74B3-46B0-B646-7B87C6832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2475" y="4762500"/>
            <a:ext cx="26193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72F2C"/>
                </a:solidFill>
                <a:latin typeface="Bodoni MT"/>
                <a:ea typeface="Bodoni MT"/>
                <a:cs typeface="Bodoni MT"/>
              </a:defRPr>
            </a:pPr>
            <a:r>
              <a:rPr sz="3150" b="0">
                <a:solidFill>
                  <a:srgbClr val="272F2C"/>
                </a:solidFill>
                <a:latin typeface="Bodoni MT"/>
                <a:ea typeface="Bodoni MT"/>
                <a:cs typeface="Bodoni MT"/>
              </a:rPr>
              <a:t>What if I…?</a:t>
            </a:r>
          </a:p>
        </p:txBody>
      </p:sp>
    </p:spTree>
    <p:extLst>
      <p:ext uri="{BB962C8B-B14F-4D97-AF65-F5344CB8AC3E}">
        <p14:creationId xmlns:p14="http://schemas.microsoft.com/office/powerpoint/2010/main" val="9556252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E2191709-D7F3-4488-97DC-8DC5726D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F9E23DD8-C67E-4C63-9F35-5F7C75277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5EC40-19E9-4FA5-AF55-7271DF7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035A2D-8AFF-4A1F-A91F-DF0647895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02">
            <a:extLst xmlns:a="http://schemas.openxmlformats.org/drawingml/2006/main">
              <a:ext uri="{FF2B5EF4-FFF2-40B4-BE49-F238E27FC236}">
                <a16:creationId xmlns:a16="http://schemas.microsoft.com/office/drawing/2014/main" id="{23BCE7DD-49C7-4FBF-A1A6-2E71EA90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6" name="能不能只删掉，两小时前的一次决定？">
            <a:extLst xmlns:a="http://schemas.openxmlformats.org/drawingml/2006/main">
              <a:ext uri="{FF2B5EF4-FFF2-40B4-BE49-F238E27FC236}">
                <a16:creationId xmlns:a16="http://schemas.microsoft.com/office/drawing/2014/main" id="{45E4751E-24B5-4326-8BE9-EF018B01B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能不能只删掉，两小时前的一次决定？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AB0D92-ED09-4BE7-86B9-DECDBD446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390775"/>
            <a:ext cx="4514850" cy="2714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8" name="两小时前">
            <a:extLst xmlns:a="http://schemas.openxmlformats.org/drawingml/2006/main">
              <a:ext uri="{FF2B5EF4-FFF2-40B4-BE49-F238E27FC236}">
                <a16:creationId xmlns:a16="http://schemas.microsoft.com/office/drawing/2014/main" id="{DCCBBF36-5D75-4C5B-8ADF-CE3CB700C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657475"/>
            <a:ext cx="3667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22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两小时前</a:t>
            </a:r>
          </a:p>
        </p:txBody>
      </p:sp>
      <p:sp>
        <p:nvSpPr>
          <p:cNvPr id="9" name="你加了一层光效，随后继续画了两小时。&#10;现在才发现：这层光效从一开始就不">
            <a:extLst xmlns:a="http://schemas.openxmlformats.org/drawingml/2006/main">
              <a:ext uri="{FF2B5EF4-FFF2-40B4-BE49-F238E27FC236}">
                <a16:creationId xmlns:a16="http://schemas.microsoft.com/office/drawing/2014/main" id="{A74EE058-0077-44A9-949B-2FF060F5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3400425"/>
            <a:ext cx="3762375" cy="1457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你加了一层光效，随后继续画了两小时。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现在才发现：这层光效从一开始就不该存在。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C0A77E-921B-4680-BC95-414F8DE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57850" y="2457450"/>
            <a:ext cx="5543550" cy="2647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7B1A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534EAA-7C9C-481A-872B-91836B1A3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29300" y="2628900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493F"/>
          </a:solidFill>
          <a:ln xmlns:a="http://schemas.openxmlformats.org/drawingml/2006/main" w="0">
            <a:noFill/>
          </a:ln>
        </p:spPr>
      </p:sp>
      <p:sp>
        <p:nvSpPr>
          <p:cNvPr id="12" name="示意图预留&#10;早期光效 → 后续创作 → 排除光效">
            <a:extLst xmlns:a="http://schemas.openxmlformats.org/drawingml/2006/main">
              <a:ext uri="{FF2B5EF4-FFF2-40B4-BE49-F238E27FC236}">
                <a16:creationId xmlns:a16="http://schemas.microsoft.com/office/drawing/2014/main" id="{2C7E4A4A-A6B9-400A-A075-E3037E40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24550" y="2857500"/>
            <a:ext cx="5010150" cy="198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示意图预留</a:t>
            </a:r>
          </a:p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早期光效 → 后续创作 → 排除光效</a:t>
            </a:r>
          </a:p>
        </p:txBody>
      </p:sp>
      <p:sp>
        <p:nvSpPr>
          <p:cNvPr id="13" name="能不能删掉这次决定，同时尽量保留之后的创作？">
            <a:extLst xmlns:a="http://schemas.openxmlformats.org/drawingml/2006/main">
              <a:ext uri="{FF2B5EF4-FFF2-40B4-BE49-F238E27FC236}">
                <a16:creationId xmlns:a16="http://schemas.microsoft.com/office/drawing/2014/main" id="{3730D4E6-CB98-4489-95AC-BF1E6E60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能不能删掉这次决定，同时尽量保留之后的创作？</a:t>
            </a:r>
          </a:p>
        </p:txBody>
      </p:sp>
    </p:spTree>
    <p:extLst>
      <p:ext uri="{BB962C8B-B14F-4D97-AF65-F5344CB8AC3E}">
        <p14:creationId xmlns:p14="http://schemas.microsoft.com/office/powerpoint/2010/main" val="1589355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6523E210-A442-4E67-B674-C33C35A33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0750E58D-6B65-4B33-91C7-50D91A5FB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629CC-0C0E-4D57-A552-3C352F4E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0C488-C228-43C3-B33D-2B389C15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5" name="03">
            <a:extLst xmlns:a="http://schemas.openxmlformats.org/drawingml/2006/main">
              <a:ext uri="{FF2B5EF4-FFF2-40B4-BE49-F238E27FC236}">
                <a16:creationId xmlns:a16="http://schemas.microsoft.com/office/drawing/2014/main" id="{A670CCFA-FDC2-41A9-BA31-4BB49A25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03</a:t>
            </a:r>
          </a:p>
        </p:txBody>
      </p:sp>
      <p:sp>
        <p:nvSpPr>
          <p:cNvPr id="6" name="现有工具，把代价留给创作者">
            <a:extLst xmlns:a="http://schemas.openxmlformats.org/drawingml/2006/main">
              <a:ext uri="{FF2B5EF4-FFF2-40B4-BE49-F238E27FC236}">
                <a16:creationId xmlns:a16="http://schemas.microsoft.com/office/drawing/2014/main" id="{CF046721-3985-443A-9E4C-938E2400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现有工具，把代价留给创作者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26CD24-832E-4EA9-88F5-33296BEF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247900"/>
            <a:ext cx="2047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8" name="回到过去">
            <a:extLst xmlns:a="http://schemas.openxmlformats.org/drawingml/2006/main">
              <a:ext uri="{FF2B5EF4-FFF2-40B4-BE49-F238E27FC236}">
                <a16:creationId xmlns:a16="http://schemas.microsoft.com/office/drawing/2014/main" id="{C969DAAE-8963-4B68-B47C-61E977DB2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24384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回到过去</a:t>
            </a:r>
          </a:p>
        </p:txBody>
      </p:sp>
      <p:sp>
        <p:nvSpPr>
          <p:cNvPr id="9" name="连续撤销、恢复旧版本。&#10;想改的决定回去了，后面的工作也一起没了。">
            <a:extLst xmlns:a="http://schemas.openxmlformats.org/drawingml/2006/main">
              <a:ext uri="{FF2B5EF4-FFF2-40B4-BE49-F238E27FC236}">
                <a16:creationId xmlns:a16="http://schemas.microsoft.com/office/drawing/2014/main" id="{0B42219F-399A-4141-A079-F00B4E60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257425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连续撤销、恢复旧版本。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想改的决定回去了，后面的工作也一起没了。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FA02B1-FBC7-423F-8156-CBE9E248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390900"/>
            <a:ext cx="2047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1" name="修补现在">
            <a:extLst xmlns:a="http://schemas.openxmlformats.org/drawingml/2006/main">
              <a:ext uri="{FF2B5EF4-FFF2-40B4-BE49-F238E27FC236}">
                <a16:creationId xmlns:a16="http://schemas.microsoft.com/office/drawing/2014/main" id="{16D2DBE5-EED0-4BEF-8AA7-EB1E8EBE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35814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修补现在</a:t>
            </a:r>
          </a:p>
        </p:txBody>
      </p:sp>
      <p:sp>
        <p:nvSpPr>
          <p:cNvPr id="12" name="橡皮、蒙版、框选、覆盖绘制。&#10;只能围绕当前结果补救，复杂叠色和混色尤其">
            <a:extLst xmlns:a="http://schemas.openxmlformats.org/drawingml/2006/main">
              <a:ext uri="{FF2B5EF4-FFF2-40B4-BE49-F238E27FC236}">
                <a16:creationId xmlns:a16="http://schemas.microsoft.com/office/drawing/2014/main" id="{A5579B55-7088-4F09-9F6E-BD311666A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3400425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橡皮、蒙版、框选、覆盖绘制。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只能围绕当前结果补救，复杂叠色和混色尤其费力。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45969E-5AAC-440A-A23E-8909DF430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533900"/>
            <a:ext cx="204787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14" name="提前组织">
            <a:extLst xmlns:a="http://schemas.openxmlformats.org/drawingml/2006/main">
              <a:ext uri="{FF2B5EF4-FFF2-40B4-BE49-F238E27FC236}">
                <a16:creationId xmlns:a16="http://schemas.microsoft.com/office/drawing/2014/main" id="{287BEEC6-FE3D-4D9B-A87D-23C1F283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1525" y="47244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提前组织</a:t>
            </a:r>
          </a:p>
        </p:txBody>
      </p:sp>
      <p:sp>
        <p:nvSpPr>
          <p:cNvPr id="15" name="分图层、另存文件、建副本。&#10;这要求你在探索之前，就预判以后会后悔什么。">
            <a:extLst xmlns:a="http://schemas.openxmlformats.org/drawingml/2006/main">
              <a:ext uri="{FF2B5EF4-FFF2-40B4-BE49-F238E27FC236}">
                <a16:creationId xmlns:a16="http://schemas.microsoft.com/office/drawing/2014/main" id="{E2BB1822-F5CA-4EBD-9F51-691D16C7D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4543425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分图层、另存文件、建副本。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这要求你在探索之前，就预判以后会后悔什么。</a:t>
            </a:r>
          </a:p>
        </p:txBody>
      </p:sp>
    </p:spTree>
    <p:extLst>
      <p:ext uri="{BB962C8B-B14F-4D97-AF65-F5344CB8AC3E}">
        <p14:creationId xmlns:p14="http://schemas.microsoft.com/office/powerpoint/2010/main" val="6870186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BAE6C7F1-ED70-4DC4-AE82-1B6DD05C7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9EBA01DD-393B-4369-B92E-2306CA169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8244BA-5005-43D1-B4F9-07217A7D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F278CD-E090-4707-AA63-0D3B33B06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04">
            <a:extLst xmlns:a="http://schemas.openxmlformats.org/drawingml/2006/main">
              <a:ext uri="{FF2B5EF4-FFF2-40B4-BE49-F238E27FC236}">
                <a16:creationId xmlns:a16="http://schemas.microsoft.com/office/drawing/2014/main" id="{F63CC83F-AF97-4800-83BB-BB500F56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04</a:t>
            </a:r>
          </a:p>
        </p:txBody>
      </p:sp>
      <p:sp>
        <p:nvSpPr>
          <p:cNvPr id="6" name="真正后悔的，是一次创作决定">
            <a:extLst xmlns:a="http://schemas.openxmlformats.org/drawingml/2006/main">
              <a:ext uri="{FF2B5EF4-FFF2-40B4-BE49-F238E27FC236}">
                <a16:creationId xmlns:a16="http://schemas.microsoft.com/office/drawing/2014/main" id="{27BE844D-5869-4183-9AC0-D3058A02D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真正后悔的，是一次创作决定</a:t>
            </a:r>
          </a:p>
        </p:txBody>
      </p:sp>
      <p:sp>
        <p:nvSpPr>
          <p:cNvPr id="7" name="文件级修改太粗，像素级修改太细。&#10;对象和图层能帮助组织，但依然要求创作">
            <a:extLst xmlns:a="http://schemas.openxmlformats.org/drawingml/2006/main">
              <a:ext uri="{FF2B5EF4-FFF2-40B4-BE49-F238E27FC236}">
                <a16:creationId xmlns:a16="http://schemas.microsoft.com/office/drawing/2014/main" id="{6E7377ED-413C-47A5-8E62-399A85403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009775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文件级修改太粗，像素级修改太细。</a:t>
            </a:r>
          </a:p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对象和图层能帮助组织，但依然要求创作者提前拆分作品。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3215B2-D509-482A-9B70-EE14A5E56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581025" y="3371850"/>
            <a:ext cx="33528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9" name="这束光">
            <a:extLst xmlns:a="http://schemas.openxmlformats.org/drawingml/2006/main">
              <a:ext uri="{FF2B5EF4-FFF2-40B4-BE49-F238E27FC236}">
                <a16:creationId xmlns:a16="http://schemas.microsoft.com/office/drawing/2014/main" id="{FB18A072-F36F-409C-95E1-10611772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3552825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85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这束光</a:t>
            </a:r>
          </a:p>
        </p:txBody>
      </p:sp>
      <p:sp>
        <p:nvSpPr>
          <p:cNvPr id="10" name="当时不该添加">
            <a:extLst xmlns:a="http://schemas.openxmlformats.org/drawingml/2006/main">
              <a:ext uri="{FF2B5EF4-FFF2-40B4-BE49-F238E27FC236}">
                <a16:creationId xmlns:a16="http://schemas.microsoft.com/office/drawing/2014/main" id="{1F8520FA-251B-4B66-8977-AE89BC6BF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" y="421005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当时不该添加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D438C-034D-4890-BA40-B64C6C6B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267200" y="3648075"/>
            <a:ext cx="33528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2" name="这段笔触">
            <a:extLst xmlns:a="http://schemas.openxmlformats.org/drawingml/2006/main">
              <a:ext uri="{FF2B5EF4-FFF2-40B4-BE49-F238E27FC236}">
                <a16:creationId xmlns:a16="http://schemas.microsoft.com/office/drawing/2014/main" id="{BB89F8A0-B38B-4534-A0D6-79344C755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325" y="3829050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85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这段笔触</a:t>
            </a:r>
          </a:p>
        </p:txBody>
      </p:sp>
      <p:sp>
        <p:nvSpPr>
          <p:cNvPr id="13" name="不该使用这支笔">
            <a:extLst xmlns:a="http://schemas.openxmlformats.org/drawingml/2006/main">
              <a:ext uri="{FF2B5EF4-FFF2-40B4-BE49-F238E27FC236}">
                <a16:creationId xmlns:a16="http://schemas.microsoft.com/office/drawing/2014/main" id="{9F7EA64E-6A65-4F51-BDC1-0B9674DF9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325" y="4486275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不该使用这支笔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89D8E2-64EA-4F76-BF86-01350040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7953375" y="3371850"/>
            <a:ext cx="3352800" cy="1419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15" name="这次修改">
            <a:extLst xmlns:a="http://schemas.openxmlformats.org/drawingml/2006/main">
              <a:ext uri="{FF2B5EF4-FFF2-40B4-BE49-F238E27FC236}">
                <a16:creationId xmlns:a16="http://schemas.microsoft.com/office/drawing/2014/main" id="{E5858C83-1270-44B5-93DD-A60B36A9B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3552825"/>
            <a:ext cx="28575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85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这次修改</a:t>
            </a:r>
          </a:p>
        </p:txBody>
      </p:sp>
      <p:sp>
        <p:nvSpPr>
          <p:cNvPr id="16" name="不该发生在这一层">
            <a:extLst xmlns:a="http://schemas.openxmlformats.org/drawingml/2006/main">
              <a:ext uri="{FF2B5EF4-FFF2-40B4-BE49-F238E27FC236}">
                <a16:creationId xmlns:a16="http://schemas.microsoft.com/office/drawing/2014/main" id="{9E5744C1-286D-4233-9184-9E8A759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91500" y="4210050"/>
            <a:ext cx="29241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不该发生在这一层</a:t>
            </a:r>
          </a:p>
        </p:txBody>
      </p:sp>
      <p:sp>
        <p:nvSpPr>
          <p:cNvPr id="17" name="记艺线把“创作事件”作为可选择、可排除、可重新执行的对象。">
            <a:extLst xmlns:a="http://schemas.openxmlformats.org/drawingml/2006/main">
              <a:ext uri="{FF2B5EF4-FFF2-40B4-BE49-F238E27FC236}">
                <a16:creationId xmlns:a16="http://schemas.microsoft.com/office/drawing/2014/main" id="{24DE156C-F93B-4D18-8633-8D86434B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记艺线把“创作事件”作为可选择、可排除、可重新执行的对象。</a:t>
            </a:r>
          </a:p>
        </p:txBody>
      </p:sp>
    </p:spTree>
    <p:extLst>
      <p:ext uri="{BB962C8B-B14F-4D97-AF65-F5344CB8AC3E}">
        <p14:creationId xmlns:p14="http://schemas.microsoft.com/office/powerpoint/2010/main" val="568254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70E64099-9540-43BF-938A-A34169924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760A772A-8E29-4E53-A5FA-74B5E1C7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613BC7-FF2B-45F6-815D-0C70AA10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AB2F1-FAA4-4A09-B9DF-68194ED31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05">
            <a:extLst xmlns:a="http://schemas.openxmlformats.org/drawingml/2006/main">
              <a:ext uri="{FF2B5EF4-FFF2-40B4-BE49-F238E27FC236}">
                <a16:creationId xmlns:a16="http://schemas.microsoft.com/office/drawing/2014/main" id="{8692E785-7783-4BCB-8C0D-7A01D5390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05</a:t>
            </a:r>
          </a:p>
        </p:txBody>
      </p:sp>
      <p:sp>
        <p:nvSpPr>
          <p:cNvPr id="6" name="记艺线：数字绘画的过程层">
            <a:extLst xmlns:a="http://schemas.openxmlformats.org/drawingml/2006/main">
              <a:ext uri="{FF2B5EF4-FFF2-40B4-BE49-F238E27FC236}">
                <a16:creationId xmlns:a16="http://schemas.microsoft.com/office/drawing/2014/main" id="{C40E3DA0-F608-48E7-849E-A7F58B77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记艺线：数字绘画的过程层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8083A1-85FB-4739-BBE4-F7785548D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266950"/>
            <a:ext cx="4638675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8" name="现有画板&#10;继续承载创作">
            <a:extLst xmlns:a="http://schemas.openxmlformats.org/drawingml/2006/main">
              <a:ext uri="{FF2B5EF4-FFF2-40B4-BE49-F238E27FC236}">
                <a16:creationId xmlns:a16="http://schemas.microsoft.com/office/drawing/2014/main" id="{966FEED6-B39D-4E18-B2ED-14248F2D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8675" y="2600325"/>
            <a:ext cx="406717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52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52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现有画板</a:t>
            </a:r>
          </a:p>
          <a:p xmlns:a="http://schemas.openxmlformats.org/drawingml/2006/main">
            <a:pPr algn="l">
              <a:defRPr sz="352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52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继续承载创作</a:t>
            </a:r>
          </a:p>
        </p:txBody>
      </p:sp>
      <p:sp>
        <p:nvSpPr>
          <p:cNvPr id="9" name="运行在现有绘画软件之外，&#10;连接输入、宿主状态&#10;与视觉结果。">
            <a:extLst xmlns:a="http://schemas.openxmlformats.org/drawingml/2006/main">
              <a:ext uri="{FF2B5EF4-FFF2-40B4-BE49-F238E27FC236}">
                <a16:creationId xmlns:a16="http://schemas.microsoft.com/office/drawing/2014/main" id="{61C86CFC-D757-427E-BFFB-76F8FDB3D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4295775"/>
            <a:ext cx="39909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运行在现有绘画软件之外，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连接输入、宿主状态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与视觉结果。</a:t>
            </a:r>
          </a:p>
        </p:txBody>
      </p:sp>
      <p:sp>
        <p:nvSpPr>
          <p:cNvPr id="10" name="让过程持续留下来">
            <a:extLst xmlns:a="http://schemas.openxmlformats.org/drawingml/2006/main">
              <a:ext uri="{FF2B5EF4-FFF2-40B4-BE49-F238E27FC236}">
                <a16:creationId xmlns:a16="http://schemas.microsoft.com/office/drawing/2014/main" id="{BDBC68B3-7EF0-4901-94B4-022C5CF6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381250"/>
            <a:ext cx="546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让过程持续留下来</a:t>
            </a:r>
          </a:p>
        </p:txBody>
      </p:sp>
      <p:sp>
        <p:nvSpPr>
          <p:cNvPr id="11" name="记录笔触及必要上下文，把短暂的线性撤销历史，组织成持久、可恢复的创作过">
            <a:extLst xmlns:a="http://schemas.openxmlformats.org/drawingml/2006/main">
              <a:ext uri="{FF2B5EF4-FFF2-40B4-BE49-F238E27FC236}">
                <a16:creationId xmlns:a16="http://schemas.microsoft.com/office/drawing/2014/main" id="{B2B90095-71E8-4927-B2D5-6D0BD49D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2924175"/>
            <a:ext cx="547687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记录笔触及必要上下文，把短暂的线性撤销历史，组织成持久、可恢复的创作过程。</a:t>
            </a:r>
          </a:p>
        </p:txBody>
      </p:sp>
      <p:sp>
        <p:nvSpPr>
          <p:cNvPr id="12" name="让过去重新可操作">
            <a:extLst xmlns:a="http://schemas.openxmlformats.org/drawingml/2006/main">
              <a:ext uri="{FF2B5EF4-FFF2-40B4-BE49-F238E27FC236}">
                <a16:creationId xmlns:a16="http://schemas.microsoft.com/office/drawing/2014/main" id="{AE3913D9-8E94-4CC9-9D90-F01ED8DEF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4333875"/>
            <a:ext cx="5467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让过去重新可操作</a:t>
            </a:r>
          </a:p>
        </p:txBody>
      </p:sp>
      <p:sp>
        <p:nvSpPr>
          <p:cNvPr id="13" name="从当前画面追溯历史来源，在可靠基线上排除事件、恢复状态，并继续创作。">
            <a:extLst xmlns:a="http://schemas.openxmlformats.org/drawingml/2006/main">
              <a:ext uri="{FF2B5EF4-FFF2-40B4-BE49-F238E27FC236}">
                <a16:creationId xmlns:a16="http://schemas.microsoft.com/office/drawing/2014/main" id="{C597304E-62CC-4E07-A33B-C1D01585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0" y="4876800"/>
            <a:ext cx="5476875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从当前画面追溯历史来源，在可靠基线上排除事件、恢复状态，并继续创作。</a:t>
            </a:r>
          </a:p>
        </p:txBody>
      </p:sp>
    </p:spTree>
    <p:extLst>
      <p:ext uri="{BB962C8B-B14F-4D97-AF65-F5344CB8AC3E}">
        <p14:creationId xmlns:p14="http://schemas.microsoft.com/office/powerpoint/2010/main" val="3956342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6B334E37-6BFD-4332-B151-1822F3289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EDB57D22-C62B-4B88-AB52-9938DE5F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F60AD3-4B39-4CB6-A6FD-720BFC32E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00ABD-C761-4FB6-BA68-847BDF245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5" name="06">
            <a:extLst xmlns:a="http://schemas.openxmlformats.org/drawingml/2006/main">
              <a:ext uri="{FF2B5EF4-FFF2-40B4-BE49-F238E27FC236}">
                <a16:creationId xmlns:a16="http://schemas.microsoft.com/office/drawing/2014/main" id="{C26BF3DD-110C-4C50-902B-AA6DBD27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06</a:t>
            </a:r>
          </a:p>
        </p:txBody>
      </p:sp>
      <p:sp>
        <p:nvSpPr>
          <p:cNvPr id="6" name="先自然创作，再组织过去">
            <a:extLst xmlns:a="http://schemas.openxmlformats.org/drawingml/2006/main">
              <a:ext uri="{FF2B5EF4-FFF2-40B4-BE49-F238E27FC236}">
                <a16:creationId xmlns:a16="http://schemas.microsoft.com/office/drawing/2014/main" id="{AA856AB1-7495-498A-BD83-7E3D76AA4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先自然创作，再组织过去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97F63-D099-4A24-84C4-49837592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60000">
            <a:off x="6153150" y="2295525"/>
            <a:ext cx="5114925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8" name="传统工作流">
            <a:extLst xmlns:a="http://schemas.openxmlformats.org/drawingml/2006/main">
              <a:ext uri="{FF2B5EF4-FFF2-40B4-BE49-F238E27FC236}">
                <a16:creationId xmlns:a16="http://schemas.microsoft.com/office/drawing/2014/main" id="{5CA1604F-0A28-4C81-924A-0791A9F2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419350"/>
            <a:ext cx="457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传统工作流</a:t>
            </a:r>
          </a:p>
        </p:txBody>
      </p:sp>
      <p:sp>
        <p:nvSpPr>
          <p:cNvPr id="9" name="先想好图层和版本结构，&#10;再开始尝试。">
            <a:extLst xmlns:a="http://schemas.openxmlformats.org/drawingml/2006/main">
              <a:ext uri="{FF2B5EF4-FFF2-40B4-BE49-F238E27FC236}">
                <a16:creationId xmlns:a16="http://schemas.microsoft.com/office/drawing/2014/main" id="{4060DC4D-19E6-4A49-B977-D77F7BE0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2981325"/>
            <a:ext cx="45720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先想好图层和版本结构，</a:t>
            </a:r>
          </a:p>
          <a:p xmlns:a="http://schemas.openxmlformats.org/drawingml/2006/main">
            <a:pPr algn="l">
              <a:def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再开始尝试。</a:t>
            </a:r>
          </a:p>
        </p:txBody>
      </p:sp>
      <p:sp>
        <p:nvSpPr>
          <p:cNvPr id="10" name="每次探索，都要额外判断：&#10;要不要另存？要不要复制一层？">
            <a:extLst xmlns:a="http://schemas.openxmlformats.org/drawingml/2006/main">
              <a:ext uri="{FF2B5EF4-FFF2-40B4-BE49-F238E27FC236}">
                <a16:creationId xmlns:a16="http://schemas.microsoft.com/office/drawing/2014/main" id="{5D0C5E51-237E-4C6B-9DC3-4CAB6531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3900" y="4219575"/>
            <a:ext cx="4762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每次探索，都要额外判断：</a:t>
            </a:r>
          </a:p>
          <a:p xmlns:a="http://schemas.openxmlformats.org/drawingml/2006/main">
            <a:pPr algn="l">
              <a:defRPr sz="21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要不要另存？要不要复制一层？</a:t>
            </a:r>
          </a:p>
        </p:txBody>
      </p:sp>
      <p:sp>
        <p:nvSpPr>
          <p:cNvPr id="11" name="记艺线的工作流">
            <a:extLst xmlns:a="http://schemas.openxmlformats.org/drawingml/2006/main">
              <a:ext uri="{FF2B5EF4-FFF2-40B4-BE49-F238E27FC236}">
                <a16:creationId xmlns:a16="http://schemas.microsoft.com/office/drawing/2014/main" id="{05FB8059-CB56-430E-89B4-E5C1F959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2543175"/>
            <a:ext cx="4333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记艺线的工作流</a:t>
            </a:r>
          </a:p>
        </p:txBody>
      </p:sp>
      <p:sp>
        <p:nvSpPr>
          <p:cNvPr id="12" name="先画。系统持续记录。&#10;需要修改时，再回到过程里。">
            <a:extLst xmlns:a="http://schemas.openxmlformats.org/drawingml/2006/main">
              <a:ext uri="{FF2B5EF4-FFF2-40B4-BE49-F238E27FC236}">
                <a16:creationId xmlns:a16="http://schemas.microsoft.com/office/drawing/2014/main" id="{42A586D5-E366-4567-BBB7-129B8CC4C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3143250"/>
            <a:ext cx="42862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先画。系统持续记录。</a:t>
            </a:r>
          </a:p>
          <a:p xmlns:a="http://schemas.openxmlformats.org/drawingml/2006/main">
            <a:pPr algn="l">
              <a:def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需要修改时，再回到过程里。</a:t>
            </a:r>
          </a:p>
        </p:txBody>
      </p:sp>
      <p:sp>
        <p:nvSpPr>
          <p:cNvPr id="13" name="把预防后悔的操作，&#10;转化为事后可以使用的能力。">
            <a:extLst xmlns:a="http://schemas.openxmlformats.org/drawingml/2006/main">
              <a:ext uri="{FF2B5EF4-FFF2-40B4-BE49-F238E27FC236}">
                <a16:creationId xmlns:a16="http://schemas.microsoft.com/office/drawing/2014/main" id="{BF3EBA0D-C65F-472C-A7FB-491EDEE4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96050" y="4438650"/>
            <a:ext cx="42862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把预防后悔的操作，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转化为事后可以使用的能力。</a:t>
            </a:r>
          </a:p>
        </p:txBody>
      </p:sp>
      <p:sp>
        <p:nvSpPr>
          <p:cNvPr id="14" name="降低探索成本，让创作者把注意力留在画面上。">
            <a:extLst xmlns:a="http://schemas.openxmlformats.org/drawingml/2006/main">
              <a:ext uri="{FF2B5EF4-FFF2-40B4-BE49-F238E27FC236}">
                <a16:creationId xmlns:a16="http://schemas.microsoft.com/office/drawing/2014/main" id="{0D01F38D-D1B6-4EB8-AB89-DC0F73F1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降低探索成本，让创作者把注意力留在画面上。</a:t>
            </a:r>
          </a:p>
        </p:txBody>
      </p:sp>
    </p:spTree>
    <p:extLst>
      <p:ext uri="{BB962C8B-B14F-4D97-AF65-F5344CB8AC3E}">
        <p14:creationId xmlns:p14="http://schemas.microsoft.com/office/powerpoint/2010/main" val="108191511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EBC808CB-BDE9-4FA1-AFE0-B82D410C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B0F9F6D3-3371-4071-A933-771ABAC15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16775-99D7-4426-BC1B-B242DB66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19EDF-AB29-48CE-AB61-FA8D02F33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07">
            <a:extLst xmlns:a="http://schemas.openxmlformats.org/drawingml/2006/main">
              <a:ext uri="{FF2B5EF4-FFF2-40B4-BE49-F238E27FC236}">
                <a16:creationId xmlns:a16="http://schemas.microsoft.com/office/drawing/2014/main" id="{8727DAA9-73A0-42EB-94C3-20D1D919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07</a:t>
            </a:r>
          </a:p>
        </p:txBody>
      </p:sp>
      <p:sp>
        <p:nvSpPr>
          <p:cNvPr id="6" name="从当前结果，找到历史来源">
            <a:extLst xmlns:a="http://schemas.openxmlformats.org/drawingml/2006/main">
              <a:ext uri="{FF2B5EF4-FFF2-40B4-BE49-F238E27FC236}">
                <a16:creationId xmlns:a16="http://schemas.microsoft.com/office/drawing/2014/main" id="{A1501E69-2898-426F-994C-898614A6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从当前结果，找到历史来源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2EDD81B2-23AE-46C1-AFC1-3C168A4A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305050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8" name="选中结果">
            <a:extLst xmlns:a="http://schemas.openxmlformats.org/drawingml/2006/main">
              <a:ext uri="{FF2B5EF4-FFF2-40B4-BE49-F238E27FC236}">
                <a16:creationId xmlns:a16="http://schemas.microsoft.com/office/drawing/2014/main" id="{207AEB68-04F8-4881-85DA-40FD949B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3050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选中结果</a:t>
            </a:r>
          </a:p>
        </p:txBody>
      </p:sp>
      <p:sp>
        <p:nvSpPr>
          <p:cNvPr id="9" name="从当前画面圈定区域，结合时间、工具和图层缩小历史范围。">
            <a:extLst xmlns:a="http://schemas.openxmlformats.org/drawingml/2006/main">
              <a:ext uri="{FF2B5EF4-FFF2-40B4-BE49-F238E27FC236}">
                <a16:creationId xmlns:a16="http://schemas.microsoft.com/office/drawing/2014/main" id="{72FF3259-A501-495C-9C44-A3A1946A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38450"/>
            <a:ext cx="4495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从当前画面圈定区域，结合时间、工具和图层缩小历史范围。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B3651CB5-5762-4366-9B0C-F6AC6BA2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4162425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1" name="找到事件">
            <a:extLst xmlns:a="http://schemas.openxmlformats.org/drawingml/2006/main">
              <a:ext uri="{FF2B5EF4-FFF2-40B4-BE49-F238E27FC236}">
                <a16:creationId xmlns:a16="http://schemas.microsoft.com/office/drawing/2014/main" id="{BABE5302-1772-427B-A73F-B4CF7B5C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1624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找到事件</a:t>
            </a:r>
          </a:p>
        </p:txBody>
      </p:sp>
      <p:sp>
        <p:nvSpPr>
          <p:cNvPr id="12" name="展开相关过程段，定位生成这部分内容的机械事件。">
            <a:extLst xmlns:a="http://schemas.openxmlformats.org/drawingml/2006/main">
              <a:ext uri="{FF2B5EF4-FFF2-40B4-BE49-F238E27FC236}">
                <a16:creationId xmlns:a16="http://schemas.microsoft.com/office/drawing/2014/main" id="{2AC1049D-DDFD-44F6-A9BF-73A88E392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695825"/>
            <a:ext cx="4495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展开相关过程段，定位生成这部分内容的机械事件。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4D581D-933B-41E3-9E1C-9654CDF4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3175" y="2409825"/>
            <a:ext cx="4810125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7B1A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6E361-C642-4857-BCCD-D876F80C0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524625" y="2581275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493F"/>
          </a:solidFill>
          <a:ln xmlns:a="http://schemas.openxmlformats.org/drawingml/2006/main" w="0">
            <a:noFill/>
          </a:ln>
        </p:spPr>
      </p:sp>
      <p:sp>
        <p:nvSpPr>
          <p:cNvPr id="15" name="交互示意图预留&#10;画面选区与历史事件的对应关系">
            <a:extLst xmlns:a="http://schemas.openxmlformats.org/drawingml/2006/main">
              <a:ext uri="{FF2B5EF4-FFF2-40B4-BE49-F238E27FC236}">
                <a16:creationId xmlns:a16="http://schemas.microsoft.com/office/drawing/2014/main" id="{998AC587-0DDE-4D13-BC5E-C1C689831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809875"/>
            <a:ext cx="4276725" cy="2247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交互示意图预留</a:t>
            </a:r>
          </a:p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画面选区与历史事件的对应关系</a:t>
            </a:r>
          </a:p>
        </p:txBody>
      </p:sp>
      <p:sp>
        <p:nvSpPr>
          <p:cNvPr id="16" name="框选是定位入口，最终处理的是产生结果的历史事件。">
            <a:extLst xmlns:a="http://schemas.openxmlformats.org/drawingml/2006/main">
              <a:ext uri="{FF2B5EF4-FFF2-40B4-BE49-F238E27FC236}">
                <a16:creationId xmlns:a16="http://schemas.microsoft.com/office/drawing/2014/main" id="{2B7DCBD2-DE75-467D-8EC1-F2DE8D09F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框选是定位入口，最终处理的是产生结果的历史事件。</a:t>
            </a:r>
          </a:p>
        </p:txBody>
      </p:sp>
    </p:spTree>
    <p:extLst>
      <p:ext uri="{BB962C8B-B14F-4D97-AF65-F5344CB8AC3E}">
        <p14:creationId xmlns:p14="http://schemas.microsoft.com/office/powerpoint/2010/main" val="167250211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6F38ED8D-4BF6-4A2E-B6EB-B1A7530F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1F17B21C-AA1F-496F-B48D-943021DD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FC64A8-B3A7-4BE3-9C4E-FE26E65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D24C93-106B-478D-9A47-D4BE8586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5" name="08">
            <a:extLst xmlns:a="http://schemas.openxmlformats.org/drawingml/2006/main">
              <a:ext uri="{FF2B5EF4-FFF2-40B4-BE49-F238E27FC236}">
                <a16:creationId xmlns:a16="http://schemas.microsoft.com/office/drawing/2014/main" id="{DD22D17A-5D0A-4F3D-AEA7-E2D639F2B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08</a:t>
            </a:r>
          </a:p>
        </p:txBody>
      </p:sp>
      <p:sp>
        <p:nvSpPr>
          <p:cNvPr id="6" name="让一次过去的决定，从未发生">
            <a:extLst xmlns:a="http://schemas.openxmlformats.org/drawingml/2006/main">
              <a:ext uri="{FF2B5EF4-FFF2-40B4-BE49-F238E27FC236}">
                <a16:creationId xmlns:a16="http://schemas.microsoft.com/office/drawing/2014/main" id="{07C67586-382C-4BD3-8386-81276EA05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让一次过去的决定，从未发生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3C2DE5-D5D7-492F-9AF1-C7232733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409825"/>
            <a:ext cx="4857750" cy="2962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7B1A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79EE7A-6FE2-41EC-B5C5-98EBB9525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950" y="2581275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493F"/>
          </a:solidFill>
          <a:ln xmlns:a="http://schemas.openxmlformats.org/drawingml/2006/main" w="0">
            <a:noFill/>
          </a:ln>
        </p:spPr>
      </p:sp>
      <p:sp>
        <p:nvSpPr>
          <p:cNvPr id="9" name="交互示意图预留&#10;画面变暗，历史笔触投影到顶层&#10;划过并选择要排除的笔触">
            <a:extLst xmlns:a="http://schemas.openxmlformats.org/drawingml/2006/main">
              <a:ext uri="{FF2B5EF4-FFF2-40B4-BE49-F238E27FC236}">
                <a16:creationId xmlns:a16="http://schemas.microsoft.com/office/drawing/2014/main" id="{B2DC8477-EA4A-4264-955E-007F2C216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8200" y="2809875"/>
            <a:ext cx="4324350" cy="2295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交互示意图预留</a:t>
            </a:r>
          </a:p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画面变暗，历史笔触投影到顶层</a:t>
            </a:r>
          </a:p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划过并选择要排除的笔触</a:t>
            </a:r>
          </a:p>
        </p:txBody>
      </p:sp>
      <p:sp>
        <p:nvSpPr>
          <p:cNvPr id="10" name="以“选笔触”的方式编辑历史">
            <a:extLst xmlns:a="http://schemas.openxmlformats.org/drawingml/2006/main">
              <a:ext uri="{FF2B5EF4-FFF2-40B4-BE49-F238E27FC236}">
                <a16:creationId xmlns:a16="http://schemas.microsoft.com/office/drawing/2014/main" id="{CCBC5044-7092-434B-A08A-F4F6DAD3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232410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以“选笔触”的方式编辑历史</a:t>
            </a:r>
          </a:p>
        </p:txBody>
      </p:sp>
      <p:sp>
        <p:nvSpPr>
          <p:cNvPr id="11" name="整笔排除：重建时跳过对应机械事件。&#10;局部排除：用切分或派生事件表达。">
            <a:extLst xmlns:a="http://schemas.openxmlformats.org/drawingml/2006/main">
              <a:ext uri="{FF2B5EF4-FFF2-40B4-BE49-F238E27FC236}">
                <a16:creationId xmlns:a16="http://schemas.microsoft.com/office/drawing/2014/main" id="{88DA62AA-1FC9-4765-B71E-18B4E4E6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2943225"/>
            <a:ext cx="5334000" cy="1276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整笔排除：重建时跳过对应机械事件。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局部排除：用切分或派生事件表达。</a:t>
            </a:r>
          </a:p>
        </p:txBody>
      </p:sp>
      <p:sp>
        <p:nvSpPr>
          <p:cNvPr id="12" name="确认后恢复局部基线，再选择性重放。&#10;原始记录保留，排除关系形成新的结果">
            <a:extLst xmlns:a="http://schemas.openxmlformats.org/drawingml/2006/main">
              <a:ext uri="{FF2B5EF4-FFF2-40B4-BE49-F238E27FC236}">
                <a16:creationId xmlns:a16="http://schemas.microsoft.com/office/drawing/2014/main" id="{13DE639D-0F59-44CA-9B8F-F21495875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53125" y="4476750"/>
            <a:ext cx="5334000" cy="1152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确认后恢复局部基线，再选择性重放。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原始记录保留，排除关系形成新的结果。</a:t>
            </a:r>
          </a:p>
        </p:txBody>
      </p:sp>
      <p:sp>
        <p:nvSpPr>
          <p:cNvPr id="13" name="选择的是过去发生的事，重建的是它未发生的现在。">
            <a:extLst xmlns:a="http://schemas.openxmlformats.org/drawingml/2006/main">
              <a:ext uri="{FF2B5EF4-FFF2-40B4-BE49-F238E27FC236}">
                <a16:creationId xmlns:a16="http://schemas.microsoft.com/office/drawing/2014/main" id="{13D70F58-4A74-4236-921B-B7463F282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选择的是过去发生的事，重建的是它未发生的现在。</a:t>
            </a:r>
          </a:p>
        </p:txBody>
      </p:sp>
    </p:spTree>
    <p:extLst>
      <p:ext uri="{BB962C8B-B14F-4D97-AF65-F5344CB8AC3E}">
        <p14:creationId xmlns:p14="http://schemas.microsoft.com/office/powerpoint/2010/main" val="16135706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ADB6A5BB-8B62-4C59-BA8A-3FC567297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24DA4F6B-743C-4BCB-9826-AA46B251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BD3002-4B54-4CB2-BE81-03F0E43B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010F81-A895-407C-A8ED-DCB25516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09">
            <a:extLst xmlns:a="http://schemas.openxmlformats.org/drawingml/2006/main">
              <a:ext uri="{FF2B5EF4-FFF2-40B4-BE49-F238E27FC236}">
                <a16:creationId xmlns:a16="http://schemas.microsoft.com/office/drawing/2014/main" id="{AD409277-3E2B-465C-A851-39F3BABB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09</a:t>
            </a:r>
          </a:p>
        </p:txBody>
      </p:sp>
      <p:sp>
        <p:nvSpPr>
          <p:cNvPr id="6" name="后续创作，怎样尽量留下来？">
            <a:extLst xmlns:a="http://schemas.openxmlformats.org/drawingml/2006/main">
              <a:ext uri="{FF2B5EF4-FFF2-40B4-BE49-F238E27FC236}">
                <a16:creationId xmlns:a16="http://schemas.microsoft.com/office/drawing/2014/main" id="{28A80A35-5A7D-435E-AD79-2B56DEA81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后续创作，怎样尽量留下来？</a:t>
            </a:r>
          </a:p>
        </p:txBody>
      </p:sp>
      <p:sp>
        <p:nvSpPr>
          <p:cNvPr id="7" name="恢复采用“结果复用 + 按需重放 + 快照兜底”的混合架构。">
            <a:extLst xmlns:a="http://schemas.openxmlformats.org/drawingml/2006/main">
              <a:ext uri="{FF2B5EF4-FFF2-40B4-BE49-F238E27FC236}">
                <a16:creationId xmlns:a16="http://schemas.microsoft.com/office/drawing/2014/main" id="{329CCAA1-D1CA-437C-A323-7FF900358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971675"/>
            <a:ext cx="1082992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恢复采用“结果复用 + 按需重放 + 快照兜底”的混合架构。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692DE8-AF9F-4D94-A395-39C4245F9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790825"/>
            <a:ext cx="2047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9" name="结果复用">
            <a:extLst xmlns:a="http://schemas.openxmlformats.org/drawingml/2006/main">
              <a:ext uri="{FF2B5EF4-FFF2-40B4-BE49-F238E27FC236}">
                <a16:creationId xmlns:a16="http://schemas.microsoft.com/office/drawing/2014/main" id="{6E81520B-1B36-433A-A593-BA10B8B4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93370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结果复用</a:t>
            </a:r>
          </a:p>
        </p:txBody>
      </p:sp>
      <p:sp>
        <p:nvSpPr>
          <p:cNvPr id="10" name="后续事件的输入条件仍然成立时，&#10;优先复用已有视觉结果。">
            <a:extLst xmlns:a="http://schemas.openxmlformats.org/drawingml/2006/main">
              <a:ext uri="{FF2B5EF4-FFF2-40B4-BE49-F238E27FC236}">
                <a16:creationId xmlns:a16="http://schemas.microsoft.com/office/drawing/2014/main" id="{85D2BBAC-B9D5-47EE-93EE-63A21F4C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2771775"/>
            <a:ext cx="82010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后续事件的输入条件仍然成立时，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优先复用已有视觉结果。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3B8C2D-7A14-41D7-8191-014A7816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3752850"/>
            <a:ext cx="2047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2" name="按需重放">
            <a:extLst xmlns:a="http://schemas.openxmlformats.org/drawingml/2006/main">
              <a:ext uri="{FF2B5EF4-FFF2-40B4-BE49-F238E27FC236}">
                <a16:creationId xmlns:a16="http://schemas.microsoft.com/office/drawing/2014/main" id="{A925F17B-5F3F-4BDA-996D-BDAAD866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3895725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按需重放</a:t>
            </a:r>
          </a:p>
        </p:txBody>
      </p:sp>
      <p:sp>
        <p:nvSpPr>
          <p:cNvPr id="13" name="删除早期事件影响了底色、混色&#10;或遮挡时，只重放相关过程。">
            <a:extLst xmlns:a="http://schemas.openxmlformats.org/drawingml/2006/main">
              <a:ext uri="{FF2B5EF4-FFF2-40B4-BE49-F238E27FC236}">
                <a16:creationId xmlns:a16="http://schemas.microsoft.com/office/drawing/2014/main" id="{336C691E-B769-4B84-A29E-54914913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3733800"/>
            <a:ext cx="82010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删除早期事件影响了底色、混色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或遮挡时，只重放相关过程。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799C07-FA50-4218-B838-FB5E1E206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4714875"/>
            <a:ext cx="204787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15" name="快照兜底">
            <a:extLst xmlns:a="http://schemas.openxmlformats.org/drawingml/2006/main">
              <a:ext uri="{FF2B5EF4-FFF2-40B4-BE49-F238E27FC236}">
                <a16:creationId xmlns:a16="http://schemas.microsoft.com/office/drawing/2014/main" id="{C64709AF-C77B-4695-BCD0-BF9866CF8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4857750"/>
            <a:ext cx="1809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快照兜底</a:t>
            </a:r>
          </a:p>
        </p:txBody>
      </p:sp>
      <p:sp>
        <p:nvSpPr>
          <p:cNvPr id="16" name="以可靠状态缩短恢复路径，&#10;校验结果，支持失败回滚。">
            <a:extLst xmlns:a="http://schemas.openxmlformats.org/drawingml/2006/main">
              <a:ext uri="{FF2B5EF4-FFF2-40B4-BE49-F238E27FC236}">
                <a16:creationId xmlns:a16="http://schemas.microsoft.com/office/drawing/2014/main" id="{E39A2795-D667-4894-A22C-DAC2E958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81325" y="4695825"/>
            <a:ext cx="82010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以可靠状态缩短恢复路径，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校验结果，支持失败回滚。</a:t>
            </a:r>
          </a:p>
        </p:txBody>
      </p:sp>
      <p:sp>
        <p:nvSpPr>
          <p:cNvPr id="17" name="影响范围由过程数据和结果证据共同判断，不承诺所有场景无损。">
            <a:extLst xmlns:a="http://schemas.openxmlformats.org/drawingml/2006/main">
              <a:ext uri="{FF2B5EF4-FFF2-40B4-BE49-F238E27FC236}">
                <a16:creationId xmlns:a16="http://schemas.microsoft.com/office/drawing/2014/main" id="{DE27FEF2-31CC-4564-9FBD-0C7AFFEC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影响范围由过程数据和结果证据共同判断，不承诺所有场景无损。</a:t>
            </a:r>
          </a:p>
        </p:txBody>
      </p:sp>
    </p:spTree>
    <p:extLst>
      <p:ext uri="{BB962C8B-B14F-4D97-AF65-F5344CB8AC3E}">
        <p14:creationId xmlns:p14="http://schemas.microsoft.com/office/powerpoint/2010/main" val="16037101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B6DB28C5-A297-4B14-80EB-344DFC00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1C21976C-B279-41E9-86E6-6A54F677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89C46-6318-4B5F-B480-16214FBC5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63D49B-0F16-4F19-BF01-95347C30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5" name="10">
            <a:extLst xmlns:a="http://schemas.openxmlformats.org/drawingml/2006/main">
              <a:ext uri="{FF2B5EF4-FFF2-40B4-BE49-F238E27FC236}">
                <a16:creationId xmlns:a16="http://schemas.microsoft.com/office/drawing/2014/main" id="{12C87F61-6414-4A4A-B6C5-A0E72FCD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10</a:t>
            </a:r>
          </a:p>
        </p:txBody>
      </p:sp>
      <p:sp>
        <p:nvSpPr>
          <p:cNvPr id="6" name="精确撤销：回到你想改的那一步">
            <a:extLst xmlns:a="http://schemas.openxmlformats.org/drawingml/2006/main">
              <a:ext uri="{FF2B5EF4-FFF2-40B4-BE49-F238E27FC236}">
                <a16:creationId xmlns:a16="http://schemas.microsoft.com/office/drawing/2014/main" id="{241D4099-80DC-4E8C-8783-F3CBDD57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精确撤销：回到你想改的那一步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62667547-7670-4CBB-B7A0-369680FAA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257425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8" name="圈定要处理的历史范围">
            <a:extLst xmlns:a="http://schemas.openxmlformats.org/drawingml/2006/main">
              <a:ext uri="{FF2B5EF4-FFF2-40B4-BE49-F238E27FC236}">
                <a16:creationId xmlns:a16="http://schemas.microsoft.com/office/drawing/2014/main" id="{1ECBF055-9467-41FF-B28A-1AEEEB2C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2257425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圈定要处理的历史范围</a:t>
            </a:r>
          </a:p>
        </p:txBody>
      </p:sp>
      <p:sp>
        <p:nvSpPr>
          <p:cNvPr id="9" name="找到可靠局部基线或快照，按时间重新执行相关机械事件。">
            <a:extLst xmlns:a="http://schemas.openxmlformats.org/drawingml/2006/main">
              <a:ext uri="{FF2B5EF4-FFF2-40B4-BE49-F238E27FC236}">
                <a16:creationId xmlns:a16="http://schemas.microsoft.com/office/drawing/2014/main" id="{44897A44-DC3D-4269-B7CF-EEF5CCC3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2790825"/>
            <a:ext cx="491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找到可靠局部基线或快照，按时间重新执行相关机械事件。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8391482B-6828-4D75-BFD4-498211C0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171950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1" name="继续使用熟悉的 Ctrl+Z">
            <a:extLst xmlns:a="http://schemas.openxmlformats.org/drawingml/2006/main">
              <a:ext uri="{FF2B5EF4-FFF2-40B4-BE49-F238E27FC236}">
                <a16:creationId xmlns:a16="http://schemas.microsoft.com/office/drawing/2014/main" id="{2D2056FC-BEC6-49BE-A215-0BB729BB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4171950"/>
            <a:ext cx="491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继续使用熟悉的 Ctrl+Z</a:t>
            </a:r>
          </a:p>
        </p:txBody>
      </p:sp>
      <p:sp>
        <p:nvSpPr>
          <p:cNvPr id="12" name="重建结果接入宿主原生撤销栈，用户选择停止位置。">
            <a:extLst xmlns:a="http://schemas.openxmlformats.org/drawingml/2006/main">
              <a:ext uri="{FF2B5EF4-FFF2-40B4-BE49-F238E27FC236}">
                <a16:creationId xmlns:a16="http://schemas.microsoft.com/office/drawing/2014/main" id="{0199F8B7-3BB3-4D23-8AD0-942AFFADC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4705350"/>
            <a:ext cx="4914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重建结果接入宿主原生撤销栈，用户选择停止位置。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0129A-46C4-4B9B-99AD-BE5758BF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6915150" y="2581275"/>
            <a:ext cx="4105275" cy="2543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14" name="一次可回滚的&#10;操作会话">
            <a:extLst xmlns:a="http://schemas.openxmlformats.org/drawingml/2006/main">
              <a:ext uri="{FF2B5EF4-FFF2-40B4-BE49-F238E27FC236}">
                <a16:creationId xmlns:a16="http://schemas.microsoft.com/office/drawing/2014/main" id="{F147C5BB-1285-419C-B013-5D13AFF6D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2914650"/>
            <a:ext cx="3476625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3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一次可回滚的</a:t>
            </a:r>
          </a:p>
          <a:p xmlns:a="http://schemas.openxmlformats.org/drawingml/2006/main">
            <a:pPr algn="l">
              <a:defRPr sz="33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3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操作会话</a:t>
            </a:r>
          </a:p>
        </p:txBody>
      </p:sp>
      <p:sp>
        <p:nvSpPr>
          <p:cNvPr id="15" name="不满意，可整次撤销。&#10;默认不创建正式分支。">
            <a:extLst xmlns:a="http://schemas.openxmlformats.org/drawingml/2006/main">
              <a:ext uri="{FF2B5EF4-FFF2-40B4-BE49-F238E27FC236}">
                <a16:creationId xmlns:a16="http://schemas.microsoft.com/office/drawing/2014/main" id="{BD138484-D4BA-4CEE-BDF6-40B0F50E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19950" y="4238625"/>
            <a:ext cx="3429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不满意，可整次撤销。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默认不创建正式分支。</a:t>
            </a:r>
          </a:p>
        </p:txBody>
      </p:sp>
    </p:spTree>
    <p:extLst>
      <p:ext uri="{BB962C8B-B14F-4D97-AF65-F5344CB8AC3E}">
        <p14:creationId xmlns:p14="http://schemas.microsoft.com/office/powerpoint/2010/main" val="2643198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9A51CC41-FABD-43BD-8BDB-41ADBF19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94142179-36C7-4342-84AD-6A67B094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5F5321-25C5-4086-A2A5-5F9223A5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348FC-2D64-4D7B-A565-82E64975A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5" name="11">
            <a:extLst xmlns:a="http://schemas.openxmlformats.org/drawingml/2006/main">
              <a:ext uri="{FF2B5EF4-FFF2-40B4-BE49-F238E27FC236}">
                <a16:creationId xmlns:a16="http://schemas.microsoft.com/office/drawing/2014/main" id="{681FC46D-021D-4C55-A760-59AA0B2A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11</a:t>
            </a:r>
          </a:p>
        </p:txBody>
      </p:sp>
      <p:sp>
        <p:nvSpPr>
          <p:cNvPr id="6" name="回看历史，也能保留另一种未来">
            <a:extLst xmlns:a="http://schemas.openxmlformats.org/drawingml/2006/main">
              <a:ext uri="{FF2B5EF4-FFF2-40B4-BE49-F238E27FC236}">
                <a16:creationId xmlns:a16="http://schemas.microsoft.com/office/drawing/2014/main" id="{AF787FB0-E6F2-4375-B0C0-DB58E724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回看历史，也能保留另一种未来</a:t>
            </a:r>
          </a:p>
        </p:txBody>
      </p:sp>
      <p:sp>
        <p:nvSpPr>
          <p:cNvPr id="7" name="历史回溯">
            <a:extLst xmlns:a="http://schemas.openxmlformats.org/drawingml/2006/main">
              <a:ext uri="{FF2B5EF4-FFF2-40B4-BE49-F238E27FC236}">
                <a16:creationId xmlns:a16="http://schemas.microsoft.com/office/drawing/2014/main" id="{1B4F69CF-357F-475E-8009-1E480DA22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32410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历史回溯</a:t>
            </a:r>
          </a:p>
        </p:txBody>
      </p:sp>
      <p:sp>
        <p:nvSpPr>
          <p:cNvPr id="8" name="通过时间轴、快照和可靠节点，&#10;查看过去的整体画面，比较前后状态。">
            <a:extLst xmlns:a="http://schemas.openxmlformats.org/drawingml/2006/main">
              <a:ext uri="{FF2B5EF4-FFF2-40B4-BE49-F238E27FC236}">
                <a16:creationId xmlns:a16="http://schemas.microsoft.com/office/drawing/2014/main" id="{7A1BFB89-C2A3-4EA3-AC9B-7C1153240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2905125"/>
            <a:ext cx="4981575" cy="1247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通过时间轴、快照和可靠节点，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查看过去的整体画面，比较前后状态。</a:t>
            </a:r>
          </a:p>
        </p:txBody>
      </p:sp>
      <p:sp>
        <p:nvSpPr>
          <p:cNvPr id="9" name="初版以整体状态回溯为主。&#10;对象级跨版本拼装留待后续验证。">
            <a:extLst xmlns:a="http://schemas.openxmlformats.org/drawingml/2006/main">
              <a:ext uri="{FF2B5EF4-FFF2-40B4-BE49-F238E27FC236}">
                <a16:creationId xmlns:a16="http://schemas.microsoft.com/office/drawing/2014/main" id="{73212D56-682D-49A7-8067-CF9186C11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7700" y="4476750"/>
            <a:ext cx="498157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初版以整体状态回溯为主。</a:t>
            </a:r>
          </a:p>
          <a:p xmlns:a="http://schemas.openxmlformats.org/drawingml/2006/main">
            <a:pPr algn="l">
              <a:defRPr sz="202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对象级跨版本拼装留待后续验证。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47766-CC05-4A49-BD0E-2A8F436B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62700" y="2152650"/>
            <a:ext cx="4848225" cy="3409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1" name="分支创作">
            <a:extLst xmlns:a="http://schemas.openxmlformats.org/drawingml/2006/main">
              <a:ext uri="{FF2B5EF4-FFF2-40B4-BE49-F238E27FC236}">
                <a16:creationId xmlns:a16="http://schemas.microsoft.com/office/drawing/2014/main" id="{4AC87496-5D16-4E4C-A6A9-9E4E9304B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2466975"/>
            <a:ext cx="4191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分支创作</a:t>
            </a:r>
          </a:p>
        </p:txBody>
      </p:sp>
      <p:sp>
        <p:nvSpPr>
          <p:cNvPr id="12" name="从可靠节点保留一条新未来，&#10;旧未来仍然存在，可以返回。">
            <a:extLst xmlns:a="http://schemas.openxmlformats.org/drawingml/2006/main">
              <a:ext uri="{FF2B5EF4-FFF2-40B4-BE49-F238E27FC236}">
                <a16:creationId xmlns:a16="http://schemas.microsoft.com/office/drawing/2014/main" id="{FEC556A2-39B8-4DD2-BB87-1EC88BD0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3076575"/>
            <a:ext cx="41338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从可靠节点保留一条新未来，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旧未来仍然存在，可以返回。</a:t>
            </a:r>
          </a:p>
        </p:txBody>
      </p:sp>
      <p:sp>
        <p:nvSpPr>
          <p:cNvPr id="13" name="保留结果并继续创作，&#10;或明确保存为新过程线，&#10;才形成正式分支。">
            <a:extLst xmlns:a="http://schemas.openxmlformats.org/drawingml/2006/main">
              <a:ext uri="{FF2B5EF4-FFF2-40B4-BE49-F238E27FC236}">
                <a16:creationId xmlns:a16="http://schemas.microsoft.com/office/drawing/2014/main" id="{F1F2E5C6-C826-4D47-A322-D92FC4B6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86550" y="4524375"/>
            <a:ext cx="4162425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保留结果并继续创作，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或明确保存为新过程线，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才形成正式分支。</a:t>
            </a:r>
          </a:p>
        </p:txBody>
      </p:sp>
    </p:spTree>
    <p:extLst>
      <p:ext uri="{BB962C8B-B14F-4D97-AF65-F5344CB8AC3E}">
        <p14:creationId xmlns:p14="http://schemas.microsoft.com/office/powerpoint/2010/main" val="2260243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129D72F7-D8F6-4C94-A7F5-354B2FDD8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686E3273-9BDE-4EC7-9F67-6AD62024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E7D326-405A-4131-869F-9A315A3DA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0E937D-8699-4CDC-BE57-95D0D093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12">
            <a:extLst xmlns:a="http://schemas.openxmlformats.org/drawingml/2006/main">
              <a:ext uri="{FF2B5EF4-FFF2-40B4-BE49-F238E27FC236}">
                <a16:creationId xmlns:a16="http://schemas.microsoft.com/office/drawing/2014/main" id="{8343AAFB-F545-4649-A01A-FF78C1A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12</a:t>
            </a:r>
          </a:p>
        </p:txBody>
      </p:sp>
      <p:sp>
        <p:nvSpPr>
          <p:cNvPr id="6" name="把细碎动作，整理成可读过程">
            <a:extLst xmlns:a="http://schemas.openxmlformats.org/drawingml/2006/main">
              <a:ext uri="{FF2B5EF4-FFF2-40B4-BE49-F238E27FC236}">
                <a16:creationId xmlns:a16="http://schemas.microsoft.com/office/drawing/2014/main" id="{B198A0E9-202D-4711-A43C-B94092F60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把细碎动作，整理成可读过程</a:t>
            </a:r>
          </a:p>
        </p:txBody>
      </p:sp>
      <p:sp>
        <p:nvSpPr>
          <p:cNvPr id="7" name="默认聚集性事件包，把相近的机械事件组织为一段可以管理的过程。">
            <a:extLst xmlns:a="http://schemas.openxmlformats.org/drawingml/2006/main">
              <a:ext uri="{FF2B5EF4-FFF2-40B4-BE49-F238E27FC236}">
                <a16:creationId xmlns:a16="http://schemas.microsoft.com/office/drawing/2014/main" id="{52C3BF34-91CB-4CF2-8532-D901AEC1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952625"/>
            <a:ext cx="10953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默认聚集性事件包，把相近的机械事件组织为一段可以管理的过程。</a:t>
            </a:r>
          </a:p>
        </p:txBody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F3C0FD47-E449-4A89-B033-B61C12082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2943225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9" name="依据过程事实聚集">
            <a:extLst xmlns:a="http://schemas.openxmlformats.org/drawingml/2006/main">
              <a:ext uri="{FF2B5EF4-FFF2-40B4-BE49-F238E27FC236}">
                <a16:creationId xmlns:a16="http://schemas.microsoft.com/office/drawing/2014/main" id="{EFE7D5FB-2F4E-4C28-880A-CD319415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2943225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依据过程事实聚集</a:t>
            </a:r>
          </a:p>
        </p:txBody>
      </p:sp>
      <p:sp>
        <p:nvSpPr>
          <p:cNvPr id="10" name="时间连续性、空间邻近性、工具与笔刷、图层关系和运动规律共同提供线索。">
            <a:extLst xmlns:a="http://schemas.openxmlformats.org/drawingml/2006/main">
              <a:ext uri="{FF2B5EF4-FFF2-40B4-BE49-F238E27FC236}">
                <a16:creationId xmlns:a16="http://schemas.microsoft.com/office/drawing/2014/main" id="{C210F503-0D51-4938-8DF0-EEAEFA41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3476625"/>
            <a:ext cx="4867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时间连续性、空间邻近性、工具与笔刷、图层关系和运动规律共同提供线索。</a:t>
            </a:r>
          </a:p>
        </p:txBody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8A9F4F90-4750-4C70-9F14-2935838F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4667250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2" name="以视觉增量校验">
            <a:extLst xmlns:a="http://schemas.openxmlformats.org/drawingml/2006/main">
              <a:ext uri="{FF2B5EF4-FFF2-40B4-BE49-F238E27FC236}">
                <a16:creationId xmlns:a16="http://schemas.microsoft.com/office/drawing/2014/main" id="{CA04298A-922E-4AE9-BEA0-C2E790664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4667250"/>
            <a:ext cx="48672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以视觉增量校验</a:t>
            </a:r>
          </a:p>
        </p:txBody>
      </p:sp>
      <p:sp>
        <p:nvSpPr>
          <p:cNvPr id="13" name="比较前后局部变化，确认过程实际影响的区域，辅助恢复与事件筛选。">
            <a:extLst xmlns:a="http://schemas.openxmlformats.org/drawingml/2006/main">
              <a:ext uri="{FF2B5EF4-FFF2-40B4-BE49-F238E27FC236}">
                <a16:creationId xmlns:a16="http://schemas.microsoft.com/office/drawing/2014/main" id="{44146349-7415-4E50-95BD-CF37072E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5200650"/>
            <a:ext cx="48672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比较前后局部变化，确认过程实际影响的区域，辅助恢复与事件筛选。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A19DF7-BA7C-4E00-ADC3-FCEFE599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81800" y="2924175"/>
            <a:ext cx="42767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7B1A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3DE04-61DF-4827-8139-00247C002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53250" y="3095625"/>
            <a:ext cx="3619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D493F"/>
          </a:solidFill>
          <a:ln xmlns:a="http://schemas.openxmlformats.org/drawingml/2006/main" w="0">
            <a:noFill/>
          </a:ln>
        </p:spPr>
      </p:sp>
      <p:sp>
        <p:nvSpPr>
          <p:cNvPr id="16" name="过程组织示意图预留&#10;机械事件 → 过程段 → 可靠节点">
            <a:extLst xmlns:a="http://schemas.openxmlformats.org/drawingml/2006/main">
              <a:ext uri="{FF2B5EF4-FFF2-40B4-BE49-F238E27FC236}">
                <a16:creationId xmlns:a16="http://schemas.microsoft.com/office/drawing/2014/main" id="{5AA6A532-E25B-49A9-B1BF-103D0A834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48500" y="3324225"/>
            <a:ext cx="37433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过程组织示意图预留</a:t>
            </a:r>
          </a:p>
          <a:p xmlns:a="http://schemas.openxmlformats.org/drawingml/2006/main">
            <a:pPr algn="l">
              <a:def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机械事件 → 过程段 → 可靠节点</a:t>
            </a:r>
          </a:p>
        </p:txBody>
      </p:sp>
      <p:sp>
        <p:nvSpPr>
          <p:cNvPr id="17" name="聚集不等于理解意图。&#10;“起稿”“修细节”等语义候选&#10;需要进一步判断与用">
            <a:extLst xmlns:a="http://schemas.openxmlformats.org/drawingml/2006/main">
              <a:ext uri="{FF2B5EF4-FFF2-40B4-BE49-F238E27FC236}">
                <a16:creationId xmlns:a16="http://schemas.microsoft.com/office/drawing/2014/main" id="{999BA8B3-D583-4E81-80EB-D100FA06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5381625"/>
            <a:ext cx="43815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聚集不等于理解意图。</a:t>
            </a:r>
          </a:p>
          <a:p xmlns:a="http://schemas.openxmlformats.org/drawingml/2006/main">
            <a:pPr algn="l">
              <a:defRPr sz="187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“起稿”“修细节”等语义候选</a:t>
            </a:r>
          </a:p>
          <a:p xmlns:a="http://schemas.openxmlformats.org/drawingml/2006/main">
            <a:pPr algn="l">
              <a:defRPr sz="187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需要进一步判断与用户确认。</a:t>
            </a:r>
          </a:p>
        </p:txBody>
      </p:sp>
    </p:spTree>
    <p:extLst>
      <p:ext uri="{BB962C8B-B14F-4D97-AF65-F5344CB8AC3E}">
        <p14:creationId xmlns:p14="http://schemas.microsoft.com/office/powerpoint/2010/main" val="88056561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8156C63E-9D9A-4430-8ABA-688939BE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FFF3B1DC-06E1-40C4-A611-FDC4A42AA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B48DCD-596A-4DDB-80F2-139F25363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A3037-F868-4FAA-A973-7ACC7813F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5" name="13">
            <a:extLst xmlns:a="http://schemas.openxmlformats.org/drawingml/2006/main">
              <a:ext uri="{FF2B5EF4-FFF2-40B4-BE49-F238E27FC236}">
                <a16:creationId xmlns:a16="http://schemas.microsoft.com/office/drawing/2014/main" id="{F19B1EBB-16E7-4CE1-BB79-06931EAE9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13</a:t>
            </a:r>
          </a:p>
        </p:txBody>
      </p:sp>
      <p:sp>
        <p:nvSpPr>
          <p:cNvPr id="6" name="初版规划：五项能力，一个闭环">
            <a:extLst xmlns:a="http://schemas.openxmlformats.org/drawingml/2006/main">
              <a:ext uri="{FF2B5EF4-FFF2-40B4-BE49-F238E27FC236}">
                <a16:creationId xmlns:a16="http://schemas.microsoft.com/office/drawing/2014/main" id="{AEFDE54F-D3CF-4CA5-A70B-BF09AD10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初版规划：五项能力，一个闭环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849AD3CE-4923-42AD-B3B6-AC0D0C04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21526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8" name="精确撤销">
            <a:extLst xmlns:a="http://schemas.openxmlformats.org/drawingml/2006/main">
              <a:ext uri="{FF2B5EF4-FFF2-40B4-BE49-F238E27FC236}">
                <a16:creationId xmlns:a16="http://schemas.microsoft.com/office/drawing/2014/main" id="{3B78F9F2-6679-4075-8AB1-DDAE163A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21526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精确撤销</a:t>
            </a:r>
          </a:p>
        </p:txBody>
      </p:sp>
      <p:sp>
        <p:nvSpPr>
          <p:cNvPr id="9" name="在相关历史范围内，回到想修改的步骤。">
            <a:extLst xmlns:a="http://schemas.openxmlformats.org/drawingml/2006/main">
              <a:ext uri="{FF2B5EF4-FFF2-40B4-BE49-F238E27FC236}">
                <a16:creationId xmlns:a16="http://schemas.microsoft.com/office/drawing/2014/main" id="{4A267F3F-D76A-4139-BE37-EE94BB55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2162175"/>
            <a:ext cx="685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在相关历史范围内，回到想修改的步骤。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8B6F16-AEB3-47C3-AA22-695415633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2724150"/>
            <a:ext cx="9744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33382393-1562-4E8C-86A2-92EC25EF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28956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2" name="事件排除">
            <a:extLst xmlns:a="http://schemas.openxmlformats.org/drawingml/2006/main">
              <a:ext uri="{FF2B5EF4-FFF2-40B4-BE49-F238E27FC236}">
                <a16:creationId xmlns:a16="http://schemas.microsoft.com/office/drawing/2014/main" id="{3A1F9CEA-AFE6-42F0-A57E-13C2F55F0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28956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事件排除</a:t>
            </a:r>
          </a:p>
        </p:txBody>
      </p:sp>
      <p:sp>
        <p:nvSpPr>
          <p:cNvPr id="13" name="选择并排除历史事件，重建新的当前结果。">
            <a:extLst xmlns:a="http://schemas.openxmlformats.org/drawingml/2006/main">
              <a:ext uri="{FF2B5EF4-FFF2-40B4-BE49-F238E27FC236}">
                <a16:creationId xmlns:a16="http://schemas.microsoft.com/office/drawing/2014/main" id="{BC93F885-7515-4A6A-8D18-88BFE20D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2905125"/>
            <a:ext cx="685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选择并排除历史事件，重建新的当前结果。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4B9E06-633B-47D3-BF3A-68518EA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3467100"/>
            <a:ext cx="9744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46FC550E-8296-49C0-A9CC-38B79A34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36385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03</a:t>
            </a:r>
          </a:p>
        </p:txBody>
      </p:sp>
      <p:sp>
        <p:nvSpPr>
          <p:cNvPr id="16" name="历史回溯">
            <a:extLst xmlns:a="http://schemas.openxmlformats.org/drawingml/2006/main">
              <a:ext uri="{FF2B5EF4-FFF2-40B4-BE49-F238E27FC236}">
                <a16:creationId xmlns:a16="http://schemas.microsoft.com/office/drawing/2014/main" id="{A4011810-E673-45C0-87BF-AF732A027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36385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历史回溯</a:t>
            </a:r>
          </a:p>
        </p:txBody>
      </p:sp>
      <p:sp>
        <p:nvSpPr>
          <p:cNvPr id="17" name="查看整体历史状态、快照与可靠节点。">
            <a:extLst xmlns:a="http://schemas.openxmlformats.org/drawingml/2006/main">
              <a:ext uri="{FF2B5EF4-FFF2-40B4-BE49-F238E27FC236}">
                <a16:creationId xmlns:a16="http://schemas.microsoft.com/office/drawing/2014/main" id="{EE525948-B8D7-4073-99A0-2EA5944DC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3648075"/>
            <a:ext cx="685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查看整体历史状态、快照与可靠节点。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B23F8-8C6E-4C54-B109-056B7DBFF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4210050"/>
            <a:ext cx="9744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19" name="04">
            <a:extLst xmlns:a="http://schemas.openxmlformats.org/drawingml/2006/main">
              <a:ext uri="{FF2B5EF4-FFF2-40B4-BE49-F238E27FC236}">
                <a16:creationId xmlns:a16="http://schemas.microsoft.com/office/drawing/2014/main" id="{C9D28809-E9E8-41E0-99B8-21BC7444F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438150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04</a:t>
            </a:r>
          </a:p>
        </p:txBody>
      </p:sp>
      <p:sp>
        <p:nvSpPr>
          <p:cNvPr id="20" name="分支创作">
            <a:extLst xmlns:a="http://schemas.openxmlformats.org/drawingml/2006/main">
              <a:ext uri="{FF2B5EF4-FFF2-40B4-BE49-F238E27FC236}">
                <a16:creationId xmlns:a16="http://schemas.microsoft.com/office/drawing/2014/main" id="{D65613F4-D128-443D-9D8F-A2F775F7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43815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分支创作</a:t>
            </a:r>
          </a:p>
        </p:txBody>
      </p:sp>
      <p:sp>
        <p:nvSpPr>
          <p:cNvPr id="21" name="保留另一条可返回、可继续发展的过程线。">
            <a:extLst xmlns:a="http://schemas.openxmlformats.org/drawingml/2006/main">
              <a:ext uri="{FF2B5EF4-FFF2-40B4-BE49-F238E27FC236}">
                <a16:creationId xmlns:a16="http://schemas.microsoft.com/office/drawing/2014/main" id="{5A23DBC7-630B-4413-B966-712C0094E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4391025"/>
            <a:ext cx="685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保留另一条可返回、可继续发展的过程线。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AA6BBF-B5C5-46C1-8AB8-76CCCC4D1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4953000"/>
            <a:ext cx="9744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23" name="05">
            <a:extLst xmlns:a="http://schemas.openxmlformats.org/drawingml/2006/main">
              <a:ext uri="{FF2B5EF4-FFF2-40B4-BE49-F238E27FC236}">
                <a16:creationId xmlns:a16="http://schemas.microsoft.com/office/drawing/2014/main" id="{C4CB353B-8D51-4FBC-98DA-62DF5DD7A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5124450"/>
            <a:ext cx="5238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0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05</a:t>
            </a:r>
          </a:p>
        </p:txBody>
      </p:sp>
      <p:sp>
        <p:nvSpPr>
          <p:cNvPr id="24" name="自动过程组织">
            <a:extLst xmlns:a="http://schemas.openxmlformats.org/drawingml/2006/main">
              <a:ext uri="{FF2B5EF4-FFF2-40B4-BE49-F238E27FC236}">
                <a16:creationId xmlns:a16="http://schemas.microsoft.com/office/drawing/2014/main" id="{DE5A02C3-2667-4084-9A75-C948EBF9C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51244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自动过程组织</a:t>
            </a:r>
          </a:p>
        </p:txBody>
      </p:sp>
      <p:sp>
        <p:nvSpPr>
          <p:cNvPr id="25" name="用默认事件包整理时间轴，支撑筛选和恢复。">
            <a:extLst xmlns:a="http://schemas.openxmlformats.org/drawingml/2006/main">
              <a:ext uri="{FF2B5EF4-FFF2-40B4-BE49-F238E27FC236}">
                <a16:creationId xmlns:a16="http://schemas.microsoft.com/office/drawing/2014/main" id="{8F82F7F7-15B0-4F4E-988E-25F10B9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95775" y="5133975"/>
            <a:ext cx="6858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用默认事件包整理时间轴，支撑筛选和恢复。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02E2EC-988C-45A5-B873-A695B391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19225" y="5695950"/>
            <a:ext cx="9744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398785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6F238F96-A825-45AB-BA07-C244DE991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26F7D023-D0EF-48DC-8566-BBDD7A9BF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4488EC-433C-454D-9F2C-565CE459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4668E-1C6E-4E20-9A8C-DCF4DB5B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14">
            <a:extLst xmlns:a="http://schemas.openxmlformats.org/drawingml/2006/main">
              <a:ext uri="{FF2B5EF4-FFF2-40B4-BE49-F238E27FC236}">
                <a16:creationId xmlns:a16="http://schemas.microsoft.com/office/drawing/2014/main" id="{66236A12-B1F9-4807-B0D2-8E4726CCB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14</a:t>
            </a:r>
          </a:p>
        </p:txBody>
      </p:sp>
      <p:sp>
        <p:nvSpPr>
          <p:cNvPr id="6" name="最小验证：改完过去，继续画">
            <a:extLst xmlns:a="http://schemas.openxmlformats.org/drawingml/2006/main">
              <a:ext uri="{FF2B5EF4-FFF2-40B4-BE49-F238E27FC236}">
                <a16:creationId xmlns:a16="http://schemas.microsoft.com/office/drawing/2014/main" id="{1F763C8A-AAFD-45B8-AD5C-C36AF5CB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最小验证：改完过去，继续画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45D08C-1B55-4348-BE52-A84CF6EF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71750"/>
            <a:ext cx="33432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8" name="01">
            <a:extLst xmlns:a="http://schemas.openxmlformats.org/drawingml/2006/main">
              <a:ext uri="{FF2B5EF4-FFF2-40B4-BE49-F238E27FC236}">
                <a16:creationId xmlns:a16="http://schemas.microsoft.com/office/drawing/2014/main" id="{3E5054D2-3093-43CA-AF47-FE4EBD25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762250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3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9" name="正常创作">
            <a:extLst xmlns:a="http://schemas.openxmlformats.org/drawingml/2006/main">
              <a:ext uri="{FF2B5EF4-FFF2-40B4-BE49-F238E27FC236}">
                <a16:creationId xmlns:a16="http://schemas.microsoft.com/office/drawing/2014/main" id="{2FDFC031-4144-4A93-822B-7BEE35597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352800"/>
            <a:ext cx="2924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正常创作</a:t>
            </a:r>
          </a:p>
        </p:txBody>
      </p:sp>
      <p:sp>
        <p:nvSpPr>
          <p:cNvPr id="10" name="低占用记录事件与状态，&#10;自动生成默认事件包，&#10;关联脏矩阵和快照。">
            <a:extLst xmlns:a="http://schemas.openxmlformats.org/drawingml/2006/main">
              <a:ext uri="{FF2B5EF4-FFF2-40B4-BE49-F238E27FC236}">
                <a16:creationId xmlns:a16="http://schemas.microsoft.com/office/drawing/2014/main" id="{3BC00003-8D38-4578-98F1-33C558B7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90525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低占用记录事件与状态，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自动生成默认事件包，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关联脏矩阵和快照。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6AFF21-1413-485C-825D-E08E3274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48150" y="2905125"/>
            <a:ext cx="33432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12" name="02">
            <a:extLst xmlns:a="http://schemas.openxmlformats.org/drawingml/2006/main">
              <a:ext uri="{FF2B5EF4-FFF2-40B4-BE49-F238E27FC236}">
                <a16:creationId xmlns:a16="http://schemas.microsoft.com/office/drawing/2014/main" id="{6006A5C0-0A08-4792-8D7D-5F606592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3095625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3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3" name="发起历史修改">
            <a:extLst xmlns:a="http://schemas.openxmlformats.org/drawingml/2006/main">
              <a:ext uri="{FF2B5EF4-FFF2-40B4-BE49-F238E27FC236}">
                <a16:creationId xmlns:a16="http://schemas.microsoft.com/office/drawing/2014/main" id="{88014737-510D-4EA6-A9F8-2B5AC85DF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3686175"/>
            <a:ext cx="2924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发起历史修改</a:t>
            </a:r>
          </a:p>
        </p:txBody>
      </p:sp>
      <p:sp>
        <p:nvSpPr>
          <p:cNvPr id="14" name="从画面定位一段历史，&#10;找到不想保留的事件，&#10;选择并确认排除。">
            <a:extLst xmlns:a="http://schemas.openxmlformats.org/drawingml/2006/main">
              <a:ext uri="{FF2B5EF4-FFF2-40B4-BE49-F238E27FC236}">
                <a16:creationId xmlns:a16="http://schemas.microsoft.com/office/drawing/2014/main" id="{C3E5D797-CF26-4659-B78C-777019E1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67225" y="4238625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从画面定位一段历史，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找到不想保留的事件，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选择并确认排除。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26699-AA01-47A4-ABC4-86722252D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15275" y="2571750"/>
            <a:ext cx="33432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6" name="03">
            <a:extLst xmlns:a="http://schemas.openxmlformats.org/drawingml/2006/main">
              <a:ext uri="{FF2B5EF4-FFF2-40B4-BE49-F238E27FC236}">
                <a16:creationId xmlns:a16="http://schemas.microsoft.com/office/drawing/2014/main" id="{209C13B3-B291-4CFC-BB1B-BAB4EA81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2762250"/>
            <a:ext cx="6096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3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03</a:t>
            </a:r>
          </a:p>
        </p:txBody>
      </p:sp>
      <p:sp>
        <p:nvSpPr>
          <p:cNvPr id="17" name="重建并继续">
            <a:extLst xmlns:a="http://schemas.openxmlformats.org/drawingml/2006/main">
              <a:ext uri="{FF2B5EF4-FFF2-40B4-BE49-F238E27FC236}">
                <a16:creationId xmlns:a16="http://schemas.microsoft.com/office/drawing/2014/main" id="{BFF70396-0F3E-45BF-8B1C-C033C8129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352800"/>
            <a:ext cx="29241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重建并继续</a:t>
            </a:r>
          </a:p>
        </p:txBody>
      </p:sp>
      <p:sp>
        <p:nvSpPr>
          <p:cNvPr id="18" name="恢复局部基线，&#10;选择性重放后续过程，&#10;视觉校验后继续绘画。">
            <a:extLst xmlns:a="http://schemas.openxmlformats.org/drawingml/2006/main">
              <a:ext uri="{FF2B5EF4-FFF2-40B4-BE49-F238E27FC236}">
                <a16:creationId xmlns:a16="http://schemas.microsoft.com/office/drawing/2014/main" id="{FC3E187E-69F3-47FA-BFAC-AA647190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34350" y="3905250"/>
            <a:ext cx="2895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恢复局部基线，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选择性重放后续过程，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视觉校验后继续绘画。</a:t>
            </a:r>
          </a:p>
        </p:txBody>
      </p:sp>
      <p:sp>
        <p:nvSpPr>
          <p:cNvPr id="19" name="每次重建都要可校验、可整体回滚，用户才敢把探索交给系统。">
            <a:extLst xmlns:a="http://schemas.openxmlformats.org/drawingml/2006/main">
              <a:ext uri="{FF2B5EF4-FFF2-40B4-BE49-F238E27FC236}">
                <a16:creationId xmlns:a16="http://schemas.microsoft.com/office/drawing/2014/main" id="{F2EF72A0-0A01-4819-A59E-69C6D544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每次重建都要可校验、可整体回滚，用户才敢把探索交给系统。</a:t>
            </a:r>
          </a:p>
        </p:txBody>
      </p:sp>
    </p:spTree>
    <p:extLst>
      <p:ext uri="{BB962C8B-B14F-4D97-AF65-F5344CB8AC3E}">
        <p14:creationId xmlns:p14="http://schemas.microsoft.com/office/powerpoint/2010/main" val="27205690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26BFC7E5-14EC-4BBB-BE2D-7219538C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A3F920C6-3225-4A24-9B49-81DA124B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DF8B0-F2EE-4BC2-BB25-6A2CB8794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6DB217-56E0-4B6F-8FE8-21CFEFDDB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5" name="15">
            <a:extLst xmlns:a="http://schemas.openxmlformats.org/drawingml/2006/main">
              <a:ext uri="{FF2B5EF4-FFF2-40B4-BE49-F238E27FC236}">
                <a16:creationId xmlns:a16="http://schemas.microsoft.com/office/drawing/2014/main" id="{F8B55FAB-BEE6-4B65-AB93-31B3653C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15</a:t>
            </a:r>
          </a:p>
        </p:txBody>
      </p:sp>
      <p:sp>
        <p:nvSpPr>
          <p:cNvPr id="6" name="先服务，最怕返工的人">
            <a:extLst xmlns:a="http://schemas.openxmlformats.org/drawingml/2006/main">
              <a:ext uri="{FF2B5EF4-FFF2-40B4-BE49-F238E27FC236}">
                <a16:creationId xmlns:a16="http://schemas.microsoft.com/office/drawing/2014/main" id="{C683685E-2514-4A41-BD2C-61752A197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先服务，最怕返工的人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1016BAA1-721B-4943-BD91-0BB679CD6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2286000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8" name="高频插画与设计创作者">
            <a:extLst xmlns:a="http://schemas.openxmlformats.org/drawingml/2006/main">
              <a:ext uri="{FF2B5EF4-FFF2-40B4-BE49-F238E27FC236}">
                <a16:creationId xmlns:a16="http://schemas.microsoft.com/office/drawing/2014/main" id="{CC284898-523C-455F-8B24-784142C7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2286000"/>
            <a:ext cx="5229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高频插画与设计创作者</a:t>
            </a:r>
          </a:p>
        </p:txBody>
      </p:sp>
      <p:sp>
        <p:nvSpPr>
          <p:cNvPr id="9" name="有连续创作和频繁修改需求，能直观感受到返工时间与版本管理负担。">
            <a:extLst xmlns:a="http://schemas.openxmlformats.org/drawingml/2006/main">
              <a:ext uri="{FF2B5EF4-FFF2-40B4-BE49-F238E27FC236}">
                <a16:creationId xmlns:a16="http://schemas.microsoft.com/office/drawing/2014/main" id="{4C908096-9299-4944-9F76-B9C88A5C2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2819400"/>
            <a:ext cx="5229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有连续创作和频繁修改需求，能直观感受到返工时间与版本管理负担。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177D3C23-78A5-4662-A7D0-284B502ED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9125" y="4210050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1" name="AI 与手工混合创作者">
            <a:extLst xmlns:a="http://schemas.openxmlformats.org/drawingml/2006/main">
              <a:ext uri="{FF2B5EF4-FFF2-40B4-BE49-F238E27FC236}">
                <a16:creationId xmlns:a16="http://schemas.microsoft.com/office/drawing/2014/main" id="{6B558E93-A6DB-4C1B-BB5A-6D574E27F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4210050"/>
            <a:ext cx="52292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AI 与手工混合创作者</a:t>
            </a:r>
          </a:p>
        </p:txBody>
      </p:sp>
      <p:sp>
        <p:nvSpPr>
          <p:cNvPr id="12" name="区域重生成后继续手绘，容易出现“早期选择不满意、后续工作想保留”的冲突">
            <a:extLst xmlns:a="http://schemas.openxmlformats.org/drawingml/2006/main">
              <a:ext uri="{FF2B5EF4-FFF2-40B4-BE49-F238E27FC236}">
                <a16:creationId xmlns:a16="http://schemas.microsoft.com/office/drawing/2014/main" id="{9A712109-0984-4D93-971F-AFAF61FE9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" y="4743450"/>
            <a:ext cx="522922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区域重生成后继续手绘，容易出现“早期选择不满意、后续工作想保留”的冲突。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C96A6-D8EB-4BDC-9F41-E8398D44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105650" y="2466975"/>
            <a:ext cx="3962400" cy="2800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14" name="购买动机">
            <a:extLst xmlns:a="http://schemas.openxmlformats.org/drawingml/2006/main">
              <a:ext uri="{FF2B5EF4-FFF2-40B4-BE49-F238E27FC236}">
                <a16:creationId xmlns:a16="http://schemas.microsoft.com/office/drawing/2014/main" id="{BA50E0AE-E897-48BF-B312-151263F2A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9975" y="2800350"/>
            <a:ext cx="33528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3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购买动机</a:t>
            </a:r>
          </a:p>
        </p:txBody>
      </p:sp>
      <p:sp>
        <p:nvSpPr>
          <p:cNvPr id="15" name="更低的返工成本&#10;更少的防御性操作&#10;更高的创作可修改性">
            <a:extLst xmlns:a="http://schemas.openxmlformats.org/drawingml/2006/main">
              <a:ext uri="{FF2B5EF4-FFF2-40B4-BE49-F238E27FC236}">
                <a16:creationId xmlns:a16="http://schemas.microsoft.com/office/drawing/2014/main" id="{BBE6E9D1-3735-419C-BEBE-8123568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19975" y="3705225"/>
            <a:ext cx="3333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更低的返工成本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更少的防御性操作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更高的创作可修改性</a:t>
            </a:r>
          </a:p>
        </p:txBody>
      </p:sp>
    </p:spTree>
    <p:extLst>
      <p:ext uri="{BB962C8B-B14F-4D97-AF65-F5344CB8AC3E}">
        <p14:creationId xmlns:p14="http://schemas.microsoft.com/office/powerpoint/2010/main" val="6525848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083E781D-1F19-423A-AA9A-229848AF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E8B43422-0097-47C0-8078-51ECAD47B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EE7171-0B7A-4100-BAA4-03C5AFA60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B49B16-1C99-46E0-AC60-109E5298D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5" name="16">
            <a:extLst xmlns:a="http://schemas.openxmlformats.org/drawingml/2006/main">
              <a:ext uri="{FF2B5EF4-FFF2-40B4-BE49-F238E27FC236}">
                <a16:creationId xmlns:a16="http://schemas.microsoft.com/office/drawing/2014/main" id="{2B5AE294-F31F-42E9-96C5-C553AD44D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16</a:t>
            </a:r>
          </a:p>
        </p:txBody>
      </p:sp>
      <p:sp>
        <p:nvSpPr>
          <p:cNvPr id="6" name="AI 混合创作，是值得测试的入口">
            <a:extLst xmlns:a="http://schemas.openxmlformats.org/drawingml/2006/main">
              <a:ext uri="{FF2B5EF4-FFF2-40B4-BE49-F238E27FC236}">
                <a16:creationId xmlns:a16="http://schemas.microsoft.com/office/drawing/2014/main" id="{60249410-022A-4C7D-ADCC-1554C706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AI 混合创作，是值得测试的入口</a:t>
            </a:r>
          </a:p>
        </p:txBody>
      </p:sp>
      <p:sp>
        <p:nvSpPr>
          <p:cNvPr id="7" name="选择“区域重生成后，仍有大量手工修订”的场景，验证事件级修改的价值。">
            <a:extLst xmlns:a="http://schemas.openxmlformats.org/drawingml/2006/main">
              <a:ext uri="{FF2B5EF4-FFF2-40B4-BE49-F238E27FC236}">
                <a16:creationId xmlns:a16="http://schemas.microsoft.com/office/drawing/2014/main" id="{D32AB2C9-88DC-45E0-B743-711D1A4DE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000250"/>
            <a:ext cx="1095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选择“区域重生成后，仍有大量手工修订”的场景，验证事件级修改的价值。</a:t>
            </a:r>
          </a:p>
        </p:txBody>
      </p:sp>
      <p:sp>
        <p:nvSpPr>
          <p:cNvPr id="8" name="明确的痛点">
            <a:extLst xmlns:a="http://schemas.openxmlformats.org/drawingml/2006/main">
              <a:ext uri="{FF2B5EF4-FFF2-40B4-BE49-F238E27FC236}">
                <a16:creationId xmlns:a16="http://schemas.microsoft.com/office/drawing/2014/main" id="{A438D2EF-30E5-4C05-9EBF-BB1147806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07657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明确的痛点</a:t>
            </a:r>
          </a:p>
        </p:txBody>
      </p:sp>
      <p:sp>
        <p:nvSpPr>
          <p:cNvPr id="9" name="用户反复尝试局部结果，&#10;又不愿丢掉随后补画的细节。&#10;如果能保留后续投入">
            <a:extLst xmlns:a="http://schemas.openxmlformats.org/drawingml/2006/main">
              <a:ext uri="{FF2B5EF4-FFF2-40B4-BE49-F238E27FC236}">
                <a16:creationId xmlns:a16="http://schemas.microsoft.com/office/drawing/2014/main" id="{6DC12F85-4277-4765-B6F1-D60C582D0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657600"/>
            <a:ext cx="50863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用户反复尝试局部结果，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又不愿丢掉随后补画的细节。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如果能保留后续投入，收益容易被感知。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9D462F-43E4-4F01-9FF7-5749FEB6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3028950"/>
            <a:ext cx="4791075" cy="2409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1" name="需要验证的边界">
            <a:extLst xmlns:a="http://schemas.openxmlformats.org/drawingml/2006/main">
              <a:ext uri="{FF2B5EF4-FFF2-40B4-BE49-F238E27FC236}">
                <a16:creationId xmlns:a16="http://schemas.microsoft.com/office/drawing/2014/main" id="{EF7F7BDB-4E3B-45F1-9FCC-00A247D3F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3267075"/>
            <a:ext cx="42195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需要验证的边界</a:t>
            </a:r>
          </a:p>
        </p:txBody>
      </p:sp>
      <p:sp>
        <p:nvSpPr>
          <p:cNvPr id="12" name="生成操作如何保存输入与结果？&#10;后续手绘依赖哪些底色与结构？&#10;哪些事件能">
            <a:extLst xmlns:a="http://schemas.openxmlformats.org/drawingml/2006/main">
              <a:ext uri="{FF2B5EF4-FFF2-40B4-BE49-F238E27FC236}">
                <a16:creationId xmlns:a16="http://schemas.microsoft.com/office/drawing/2014/main" id="{6C3F26D9-C767-432E-8AEE-47CF0211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62750" y="3895725"/>
            <a:ext cx="41338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生成操作如何保存输入与结果？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后续手绘依赖哪些底色与结构？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哪些事件能够重放，哪些只能恢复状态？</a:t>
            </a:r>
          </a:p>
        </p:txBody>
      </p:sp>
      <p:sp>
        <p:nvSpPr>
          <p:cNvPr id="13" name="滩头用户是试用假设。初版不承诺完整 AI 迁移与跨模型重生成。">
            <a:extLst xmlns:a="http://schemas.openxmlformats.org/drawingml/2006/main">
              <a:ext uri="{FF2B5EF4-FFF2-40B4-BE49-F238E27FC236}">
                <a16:creationId xmlns:a16="http://schemas.microsoft.com/office/drawing/2014/main" id="{D5165D75-E823-49F8-8432-EAE8F261D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滩头用户是试用假设。初版不承诺完整 AI 迁移与跨模型重生成。</a:t>
            </a:r>
          </a:p>
        </p:txBody>
      </p:sp>
    </p:spTree>
    <p:extLst>
      <p:ext uri="{BB962C8B-B14F-4D97-AF65-F5344CB8AC3E}">
        <p14:creationId xmlns:p14="http://schemas.microsoft.com/office/powerpoint/2010/main" val="65322541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CE363673-9630-4043-B190-8FD5AF122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主讲">
            <a:extLst xmlns:a="http://schemas.openxmlformats.org/drawingml/2006/main">
              <a:ext uri="{FF2B5EF4-FFF2-40B4-BE49-F238E27FC236}">
                <a16:creationId xmlns:a16="http://schemas.microsoft.com/office/drawing/2014/main" id="{9C7765E5-8895-428A-90D6-ED4EFEBF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主讲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D62BCE-4E9F-4CE2-A357-CA281DC4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1BA60-EF96-45C6-B341-BC0BD84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17">
            <a:extLst xmlns:a="http://schemas.openxmlformats.org/drawingml/2006/main">
              <a:ext uri="{FF2B5EF4-FFF2-40B4-BE49-F238E27FC236}">
                <a16:creationId xmlns:a16="http://schemas.microsoft.com/office/drawing/2014/main" id="{711A22FE-8FB4-4194-8E84-AFB3C1EB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17</a:t>
            </a:r>
          </a:p>
        </p:txBody>
      </p:sp>
      <p:sp>
        <p:nvSpPr>
          <p:cNvPr id="6" name="先证明持续使用，再验证付费">
            <a:extLst xmlns:a="http://schemas.openxmlformats.org/drawingml/2006/main">
              <a:ext uri="{FF2B5EF4-FFF2-40B4-BE49-F238E27FC236}">
                <a16:creationId xmlns:a16="http://schemas.microsoft.com/office/drawing/2014/main" id="{D09E2514-C4FC-4C59-8E57-C337EE36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先证明持续使用，再验证付费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91FB3F-E9AD-4773-A17F-15A12E2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52450" y="2190750"/>
            <a:ext cx="10715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8" name="免费测试">
            <a:extLst xmlns:a="http://schemas.openxmlformats.org/drawingml/2006/main">
              <a:ext uri="{FF2B5EF4-FFF2-40B4-BE49-F238E27FC236}">
                <a16:creationId xmlns:a16="http://schemas.microsoft.com/office/drawing/2014/main" id="{999C4BE2-F38D-4879-B410-10392F61A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9625" y="23812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4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免费测试</a:t>
            </a:r>
          </a:p>
        </p:txBody>
      </p:sp>
      <p:sp>
        <p:nvSpPr>
          <p:cNvPr id="9" name="持续使用验证">
            <a:extLst xmlns:a="http://schemas.openxmlformats.org/drawingml/2006/main">
              <a:ext uri="{FF2B5EF4-FFF2-40B4-BE49-F238E27FC236}">
                <a16:creationId xmlns:a16="http://schemas.microsoft.com/office/drawing/2014/main" id="{D04A7E3E-5629-4E3B-96D4-B5A2F3008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162425" y="2381250"/>
            <a:ext cx="30670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4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持续使用验证</a:t>
            </a:r>
          </a:p>
        </p:txBody>
      </p:sp>
      <p:sp>
        <p:nvSpPr>
          <p:cNvPr id="10" name="高级历史编辑订阅">
            <a:extLst xmlns:a="http://schemas.openxmlformats.org/drawingml/2006/main">
              <a:ext uri="{FF2B5EF4-FFF2-40B4-BE49-F238E27FC236}">
                <a16:creationId xmlns:a16="http://schemas.microsoft.com/office/drawing/2014/main" id="{1EF2405B-20BA-4B50-A705-9DCB2280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58125" y="2381250"/>
            <a:ext cx="323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4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高级历史编辑订阅</a:t>
            </a:r>
          </a:p>
        </p:txBody>
      </p:sp>
      <p:sp>
        <p:nvSpPr>
          <p:cNvPr id="11" name="01">
            <a:extLst xmlns:a="http://schemas.openxmlformats.org/drawingml/2006/main">
              <a:ext uri="{FF2B5EF4-FFF2-40B4-BE49-F238E27FC236}">
                <a16:creationId xmlns:a16="http://schemas.microsoft.com/office/drawing/2014/main" id="{F7494977-5226-410A-9AE5-78919253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514725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12" name="用户是否主动再次使用">
            <a:extLst xmlns:a="http://schemas.openxmlformats.org/drawingml/2006/main">
              <a:ext uri="{FF2B5EF4-FFF2-40B4-BE49-F238E27FC236}">
                <a16:creationId xmlns:a16="http://schemas.microsoft.com/office/drawing/2014/main" id="{8B0D64B6-5A20-4608-8AE6-978B06D57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3514725"/>
            <a:ext cx="45529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用户是否主动再次使用</a:t>
            </a:r>
          </a:p>
        </p:txBody>
      </p:sp>
      <p:sp>
        <p:nvSpPr>
          <p:cNvPr id="13" name="在真实返工中反复使用事件排除，&#10;而不只是在演示中觉得新鲜。">
            <a:extLst xmlns:a="http://schemas.openxmlformats.org/drawingml/2006/main">
              <a:ext uri="{FF2B5EF4-FFF2-40B4-BE49-F238E27FC236}">
                <a16:creationId xmlns:a16="http://schemas.microsoft.com/office/drawing/2014/main" id="{6498AD15-5C18-49FE-9011-3C5C344B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5400" y="4048125"/>
            <a:ext cx="4552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在真实返工中反复使用事件排除，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而不只是在演示中觉得新鲜。</a:t>
            </a:r>
          </a:p>
        </p:txBody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B5B453B7-1483-45FC-8093-4113E9E28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3514725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5" name="恢复收益是否大于成本">
            <a:extLst xmlns:a="http://schemas.openxmlformats.org/drawingml/2006/main">
              <a:ext uri="{FF2B5EF4-FFF2-40B4-BE49-F238E27FC236}">
                <a16:creationId xmlns:a16="http://schemas.microsoft.com/office/drawing/2014/main" id="{8A8FC4CF-4BC5-4928-8F24-2DE59AA51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3514725"/>
            <a:ext cx="4181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恢复收益是否大于成本</a:t>
            </a:r>
          </a:p>
        </p:txBody>
      </p:sp>
      <p:sp>
        <p:nvSpPr>
          <p:cNvPr id="16" name="修改是否可靠、等待是否可接受，&#10;是否真的减少了手动补救。">
            <a:extLst xmlns:a="http://schemas.openxmlformats.org/drawingml/2006/main">
              <a:ext uri="{FF2B5EF4-FFF2-40B4-BE49-F238E27FC236}">
                <a16:creationId xmlns:a16="http://schemas.microsoft.com/office/drawing/2014/main" id="{FB53F738-9DE6-4897-9C3E-74226E9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24700" y="4048125"/>
            <a:ext cx="41814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修改是否可靠、等待是否可接受，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是否真的减少了手动补救。</a:t>
            </a:r>
          </a:p>
        </p:txBody>
      </p:sp>
      <p:sp>
        <p:nvSpPr>
          <p:cNvPr id="17" name="阶段性商业重点是工具收入。数据授权与模型服务属于长期探索。">
            <a:extLst xmlns:a="http://schemas.openxmlformats.org/drawingml/2006/main">
              <a:ext uri="{FF2B5EF4-FFF2-40B4-BE49-F238E27FC236}">
                <a16:creationId xmlns:a16="http://schemas.microsoft.com/office/drawing/2014/main" id="{8D63A9F9-3F1A-4B4B-A7DA-B17D85AA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阶段性商业重点是工具收入。数据授权与模型服务属于长期探索。</a:t>
            </a:r>
          </a:p>
        </p:txBody>
      </p:sp>
    </p:spTree>
    <p:extLst>
      <p:ext uri="{BB962C8B-B14F-4D97-AF65-F5344CB8AC3E}">
        <p14:creationId xmlns:p14="http://schemas.microsoft.com/office/powerpoint/2010/main" val="13559570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1D9B97-709A-4677-9A9D-C11788CE5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20000">
            <a:off x="762000" y="657225"/>
            <a:ext cx="3724275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02CA57-AA3F-49E8-A700-7F74A4CD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0000">
            <a:off x="4352925" y="1419225"/>
            <a:ext cx="6772275" cy="3629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4AA920-48D6-49DC-A893-70BF74EE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40000">
            <a:off x="8420100" y="4286250"/>
            <a:ext cx="2762250" cy="1666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4" name="如果">
            <a:extLst xmlns:a="http://schemas.openxmlformats.org/drawingml/2006/main">
              <a:ext uri="{FF2B5EF4-FFF2-40B4-BE49-F238E27FC236}">
                <a16:creationId xmlns:a16="http://schemas.microsoft.com/office/drawing/2014/main" id="{E658CD53-A86D-496D-9D6D-6AFA65A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8700" y="1114425"/>
            <a:ext cx="3143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9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69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如果</a:t>
            </a:r>
          </a:p>
        </p:txBody>
      </p:sp>
      <p:sp>
        <p:nvSpPr>
          <p:cNvPr id="5" name="我当时">
            <a:extLst xmlns:a="http://schemas.openxmlformats.org/drawingml/2006/main">
              <a:ext uri="{FF2B5EF4-FFF2-40B4-BE49-F238E27FC236}">
                <a16:creationId xmlns:a16="http://schemas.microsoft.com/office/drawing/2014/main" id="{9EC6F787-6078-4D86-A831-EA1660DA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2466975"/>
            <a:ext cx="6191250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945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我当时</a:t>
            </a:r>
          </a:p>
        </p:txBody>
      </p:sp>
      <p:sp>
        <p:nvSpPr>
          <p:cNvPr id="6" name="……">
            <a:extLst xmlns:a="http://schemas.openxmlformats.org/drawingml/2006/main">
              <a:ext uri="{FF2B5EF4-FFF2-40B4-BE49-F238E27FC236}">
                <a16:creationId xmlns:a16="http://schemas.microsoft.com/office/drawing/2014/main" id="{8A05FDB4-8A25-4A28-B4BC-0B71F81DD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075" y="2838450"/>
            <a:ext cx="25336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15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615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……</a:t>
            </a:r>
          </a:p>
        </p:txBody>
      </p:sp>
      <p:sp>
        <p:nvSpPr>
          <p:cNvPr id="7" name="让画师能够修改过去的一次创作决定">
            <a:extLst xmlns:a="http://schemas.openxmlformats.org/drawingml/2006/main">
              <a:ext uri="{FF2B5EF4-FFF2-40B4-BE49-F238E27FC236}">
                <a16:creationId xmlns:a16="http://schemas.microsoft.com/office/drawing/2014/main" id="{0B05630B-680C-40FE-8A83-D73DC9DD9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4410075"/>
            <a:ext cx="6000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4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让画师能够修改过去的一次创作决定</a:t>
            </a:r>
          </a:p>
        </p:txBody>
      </p:sp>
      <p:sp>
        <p:nvSpPr>
          <p:cNvPr id="8" name="记艺线">
            <a:extLst xmlns:a="http://schemas.openxmlformats.org/drawingml/2006/main">
              <a:ext uri="{FF2B5EF4-FFF2-40B4-BE49-F238E27FC236}">
                <a16:creationId xmlns:a16="http://schemas.microsoft.com/office/drawing/2014/main" id="{006D70DC-2BBA-472B-8BA3-42EE23FB1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6775" y="5229225"/>
            <a:ext cx="3219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2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2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记艺线</a:t>
            </a:r>
          </a:p>
        </p:txBody>
      </p:sp>
      <p:sp>
        <p:nvSpPr>
          <p:cNvPr id="9" name="它不仅保存作品，也保存作品怎样生成。">
            <a:extLst xmlns:a="http://schemas.openxmlformats.org/drawingml/2006/main">
              <a:ext uri="{FF2B5EF4-FFF2-40B4-BE49-F238E27FC236}">
                <a16:creationId xmlns:a16="http://schemas.microsoft.com/office/drawing/2014/main" id="{2054BB52-6441-4290-B753-C9AC2D8B5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5572125"/>
            <a:ext cx="6477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它不仅保存作品，也保存作品怎样生成。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8DD8C5-D7C7-4F31-8110-EC8782C5D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25" y="6343650"/>
            <a:ext cx="11115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11" name="让后悔可改，让心流不断">
            <a:extLst xmlns:a="http://schemas.openxmlformats.org/drawingml/2006/main">
              <a:ext uri="{FF2B5EF4-FFF2-40B4-BE49-F238E27FC236}">
                <a16:creationId xmlns:a16="http://schemas.microsoft.com/office/drawing/2014/main" id="{C60B29DB-F732-41FC-B16A-F95D093A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6410325"/>
            <a:ext cx="7620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让后悔可改，让心流不断</a:t>
            </a:r>
          </a:p>
        </p:txBody>
      </p:sp>
    </p:spTree>
    <p:extLst>
      <p:ext uri="{BB962C8B-B14F-4D97-AF65-F5344CB8AC3E}">
        <p14:creationId xmlns:p14="http://schemas.microsoft.com/office/powerpoint/2010/main" val="206854453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251F8811-2976-40E7-8E67-A53F3C90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附录 01">
            <a:extLst xmlns:a="http://schemas.openxmlformats.org/drawingml/2006/main">
              <a:ext uri="{FF2B5EF4-FFF2-40B4-BE49-F238E27FC236}">
                <a16:creationId xmlns:a16="http://schemas.microsoft.com/office/drawing/2014/main" id="{0E90BFC7-482D-4F09-807B-892FC8C84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附录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13D1F7-3D5A-4A99-B40E-47EBD0D13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BA469E-FCFF-4430-AD30-4A0F19F3D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4E8"/>
          </a:solidFill>
          <a:ln xmlns:a="http://schemas.openxmlformats.org/drawingml/2006/main" w="0">
            <a:noFill/>
          </a:ln>
        </p:spPr>
      </p:sp>
      <p:sp>
        <p:nvSpPr>
          <p:cNvPr id="5" name="19">
            <a:extLst xmlns:a="http://schemas.openxmlformats.org/drawingml/2006/main">
              <a:ext uri="{FF2B5EF4-FFF2-40B4-BE49-F238E27FC236}">
                <a16:creationId xmlns:a16="http://schemas.microsoft.com/office/drawing/2014/main" id="{FC4E3715-E767-47F5-8BCA-1C0F67A8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19</a:t>
            </a:r>
          </a:p>
        </p:txBody>
      </p:sp>
      <p:sp>
        <p:nvSpPr>
          <p:cNvPr id="6" name="为什么不是更强的撤销">
            <a:extLst xmlns:a="http://schemas.openxmlformats.org/drawingml/2006/main">
              <a:ext uri="{FF2B5EF4-FFF2-40B4-BE49-F238E27FC236}">
                <a16:creationId xmlns:a16="http://schemas.microsoft.com/office/drawing/2014/main" id="{DB13E032-F841-4F15-A16C-1B4EB412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为什么不是更强的撤销</a:t>
            </a:r>
          </a:p>
        </p:txBody>
      </p:sp>
      <p:sp>
        <p:nvSpPr>
          <p:cNvPr id="7" name="撤销：沿时间回退">
            <a:extLst xmlns:a="http://schemas.openxmlformats.org/drawingml/2006/main">
              <a:ext uri="{FF2B5EF4-FFF2-40B4-BE49-F238E27FC236}">
                <a16:creationId xmlns:a16="http://schemas.microsoft.com/office/drawing/2014/main" id="{1887E23E-77FA-4006-90FA-B597BE8C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314575"/>
            <a:ext cx="50387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撤销：沿时间回退</a:t>
            </a:r>
          </a:p>
        </p:txBody>
      </p:sp>
      <p:sp>
        <p:nvSpPr>
          <p:cNvPr id="8" name="撤销栈按顺序回到过去。&#10;如果想撤回早期决定，通常也会撤回&#10;它之后的其他">
            <a:extLst xmlns:a="http://schemas.openxmlformats.org/drawingml/2006/main">
              <a:ext uri="{FF2B5EF4-FFF2-40B4-BE49-F238E27FC236}">
                <a16:creationId xmlns:a16="http://schemas.microsoft.com/office/drawing/2014/main" id="{ECAAD198-CB05-4EE9-8916-6B349B229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952750"/>
            <a:ext cx="51054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撤销栈按顺序回到过去。</a:t>
            </a:r>
          </a:p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如果想撤回早期决定，通常也会撤回</a:t>
            </a:r>
          </a:p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它之后的其他操作。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086BBE-096A-474D-AB16-1D00241FA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96025" y="2133600"/>
            <a:ext cx="4972050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4E8"/>
          </a:solidFill>
          <a:ln xmlns:a="http://schemas.openxmlformats.org/drawingml/2006/main" w="0">
            <a:noFill/>
          </a:ln>
        </p:spPr>
      </p:sp>
      <p:sp>
        <p:nvSpPr>
          <p:cNvPr id="10" name="记艺线：修改历史来源">
            <a:extLst xmlns:a="http://schemas.openxmlformats.org/drawingml/2006/main">
              <a:ext uri="{FF2B5EF4-FFF2-40B4-BE49-F238E27FC236}">
                <a16:creationId xmlns:a16="http://schemas.microsoft.com/office/drawing/2014/main" id="{69FEC781-DC65-4048-8043-216A97C2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447925"/>
            <a:ext cx="43910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记艺线：修改历史来源</a:t>
            </a:r>
          </a:p>
        </p:txBody>
      </p:sp>
      <p:sp>
        <p:nvSpPr>
          <p:cNvPr id="11" name="先从当前结果找到来源事件，&#10;选择其中一部分排除。&#10;恢复可靠基线，让相关">
            <a:extLst xmlns:a="http://schemas.openxmlformats.org/drawingml/2006/main">
              <a:ext uri="{FF2B5EF4-FFF2-40B4-BE49-F238E27FC236}">
                <a16:creationId xmlns:a16="http://schemas.microsoft.com/office/drawing/2014/main" id="{CF0DE071-9B0D-41F0-8324-A1259893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3162300"/>
            <a:ext cx="4286250" cy="186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先从当前结果找到来源事件，</a:t>
            </a:r>
          </a:p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选择其中一部分排除。</a:t>
            </a:r>
          </a:p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恢复可靠基线，让相关后续过程</a:t>
            </a:r>
          </a:p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重新发生，生成新的现在。</a:t>
            </a:r>
          </a:p>
        </p:txBody>
      </p:sp>
      <p:sp>
        <p:nvSpPr>
          <p:cNvPr id="12" name="关键差异是历史选择与重建能力，而不是增加撤销步数。">
            <a:extLst xmlns:a="http://schemas.openxmlformats.org/drawingml/2006/main">
              <a:ext uri="{FF2B5EF4-FFF2-40B4-BE49-F238E27FC236}">
                <a16:creationId xmlns:a16="http://schemas.microsoft.com/office/drawing/2014/main" id="{B2A27D0E-9E10-4223-948C-C15BB708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关键差异是历史选择与重建能力，而不是增加撤销步数。</a:t>
            </a:r>
          </a:p>
        </p:txBody>
      </p:sp>
    </p:spTree>
    <p:extLst>
      <p:ext uri="{BB962C8B-B14F-4D97-AF65-F5344CB8AC3E}">
        <p14:creationId xmlns:p14="http://schemas.microsoft.com/office/powerpoint/2010/main" val="3928444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55A54C8E-7462-4362-93E9-5BC746D7A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附录 02">
            <a:extLst xmlns:a="http://schemas.openxmlformats.org/drawingml/2006/main">
              <a:ext uri="{FF2B5EF4-FFF2-40B4-BE49-F238E27FC236}">
                <a16:creationId xmlns:a16="http://schemas.microsoft.com/office/drawing/2014/main" id="{0AC37F9D-99FB-48BD-9F98-B9037DFE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附录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6E4DAB-B3EE-490C-A7A0-114426067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DC6D8D-DB68-4818-8CE5-70EF112E4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20">
            <a:extLst xmlns:a="http://schemas.openxmlformats.org/drawingml/2006/main">
              <a:ext uri="{FF2B5EF4-FFF2-40B4-BE49-F238E27FC236}">
                <a16:creationId xmlns:a16="http://schemas.microsoft.com/office/drawing/2014/main" id="{41089CDA-1FCB-45A9-AF2A-95FD961FF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20</a:t>
            </a:r>
          </a:p>
        </p:txBody>
      </p:sp>
      <p:sp>
        <p:nvSpPr>
          <p:cNvPr id="6" name="过程文件：事实、恢复、组织、解释">
            <a:extLst xmlns:a="http://schemas.openxmlformats.org/drawingml/2006/main">
              <a:ext uri="{FF2B5EF4-FFF2-40B4-BE49-F238E27FC236}">
                <a16:creationId xmlns:a16="http://schemas.microsoft.com/office/drawing/2014/main" id="{2A4E4309-31B5-4C28-8E1E-2A48D6483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过程文件：事实、恢复、组织、解释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F48D39-3904-4C13-97CF-11C61579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2143125"/>
            <a:ext cx="1076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8" name="事实">
            <a:extLst xmlns:a="http://schemas.openxmlformats.org/drawingml/2006/main">
              <a:ext uri="{FF2B5EF4-FFF2-40B4-BE49-F238E27FC236}">
                <a16:creationId xmlns:a16="http://schemas.microsoft.com/office/drawing/2014/main" id="{FC97EAAC-1246-4D6C-A031-128EBE97C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2305050"/>
            <a:ext cx="83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1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事实</a:t>
            </a:r>
          </a:p>
        </p:txBody>
      </p:sp>
      <p:sp>
        <p:nvSpPr>
          <p:cNvPr id="9" name="机械事件">
            <a:extLst xmlns:a="http://schemas.openxmlformats.org/drawingml/2006/main">
              <a:ext uri="{FF2B5EF4-FFF2-40B4-BE49-F238E27FC236}">
                <a16:creationId xmlns:a16="http://schemas.microsoft.com/office/drawing/2014/main" id="{B90DE8EE-78BE-4FE3-A643-2B13BD04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22669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机械事件</a:t>
            </a:r>
          </a:p>
        </p:txBody>
      </p:sp>
      <p:sp>
        <p:nvSpPr>
          <p:cNvPr id="10" name="坐标、压感、时序、工具与宿主上下文。&#10;回答实际发生了什么，原则上追加写">
            <a:extLst xmlns:a="http://schemas.openxmlformats.org/drawingml/2006/main">
              <a:ext uri="{FF2B5EF4-FFF2-40B4-BE49-F238E27FC236}">
                <a16:creationId xmlns:a16="http://schemas.microsoft.com/office/drawing/2014/main" id="{01C21FD8-CAE0-47DA-88CD-F7EE54BE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2162175"/>
            <a:ext cx="643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坐标、压感、时序、工具与宿主上下文。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回答实际发生了什么，原则上追加写入。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0D4121-F182-4DD8-99B8-0D82EF6B1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3105150"/>
            <a:ext cx="1076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2" name="恢复">
            <a:extLst xmlns:a="http://schemas.openxmlformats.org/drawingml/2006/main">
              <a:ext uri="{FF2B5EF4-FFF2-40B4-BE49-F238E27FC236}">
                <a16:creationId xmlns:a16="http://schemas.microsoft.com/office/drawing/2014/main" id="{9A8397D2-9ACB-453F-99E1-0A8B3472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3267075"/>
            <a:ext cx="83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1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恢复</a:t>
            </a:r>
          </a:p>
        </p:txBody>
      </p:sp>
      <p:sp>
        <p:nvSpPr>
          <p:cNvPr id="13" name="脏矩阵与快照">
            <a:extLst xmlns:a="http://schemas.openxmlformats.org/drawingml/2006/main">
              <a:ext uri="{FF2B5EF4-FFF2-40B4-BE49-F238E27FC236}">
                <a16:creationId xmlns:a16="http://schemas.microsoft.com/office/drawing/2014/main" id="{73EFC5B5-3DB7-4EC6-9220-210F65C6D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3228975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脏矩阵与快照</a:t>
            </a:r>
          </a:p>
        </p:txBody>
      </p:sp>
      <p:sp>
        <p:nvSpPr>
          <p:cNvPr id="14" name="脏矩阵记录影响区域，快照保存可靠状态。&#10;为局部恢复、重放校验和回滚提供">
            <a:extLst xmlns:a="http://schemas.openxmlformats.org/drawingml/2006/main">
              <a:ext uri="{FF2B5EF4-FFF2-40B4-BE49-F238E27FC236}">
                <a16:creationId xmlns:a16="http://schemas.microsoft.com/office/drawing/2014/main" id="{85FDEA3C-A8F5-42F1-9C06-5EF15A986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3124200"/>
            <a:ext cx="643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脏矩阵记录影响区域，快照保存可靠状态。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为局部恢复、重放校验和回滚提供依据。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0C56A6-02CF-4F51-AC57-3EAD4890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4067175"/>
            <a:ext cx="1076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16" name="组织">
            <a:extLst xmlns:a="http://schemas.openxmlformats.org/drawingml/2006/main">
              <a:ext uri="{FF2B5EF4-FFF2-40B4-BE49-F238E27FC236}">
                <a16:creationId xmlns:a16="http://schemas.microsoft.com/office/drawing/2014/main" id="{87740D98-98F2-41BD-B9E1-46C74C7A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4229100"/>
            <a:ext cx="83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1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组织</a:t>
            </a:r>
          </a:p>
        </p:txBody>
      </p:sp>
      <p:sp>
        <p:nvSpPr>
          <p:cNvPr id="17" name="聚集性事件包">
            <a:extLst xmlns:a="http://schemas.openxmlformats.org/drawingml/2006/main">
              <a:ext uri="{FF2B5EF4-FFF2-40B4-BE49-F238E27FC236}">
                <a16:creationId xmlns:a16="http://schemas.microsoft.com/office/drawing/2014/main" id="{2E9F437B-BFB2-4B0C-98C6-00E4D1AEA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419100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聚集性事件包</a:t>
            </a:r>
          </a:p>
        </p:txBody>
      </p:sp>
      <p:sp>
        <p:nvSpPr>
          <p:cNvPr id="18" name="把相近机械事件整理为过程段。&#10;组织方式可重算，默认视图承担执行职责。">
            <a:extLst xmlns:a="http://schemas.openxmlformats.org/drawingml/2006/main">
              <a:ext uri="{FF2B5EF4-FFF2-40B4-BE49-F238E27FC236}">
                <a16:creationId xmlns:a16="http://schemas.microsoft.com/office/drawing/2014/main" id="{3953E3D5-FAE7-4012-ACD3-973DC6549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4086225"/>
            <a:ext cx="643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把相近机械事件整理为过程段。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组织方式可重算，默认视图承担执行职责。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B12575-2CF0-4B84-BA31-A6A0A70D7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029200"/>
            <a:ext cx="1076325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20" name="解释">
            <a:extLst xmlns:a="http://schemas.openxmlformats.org/drawingml/2006/main">
              <a:ext uri="{FF2B5EF4-FFF2-40B4-BE49-F238E27FC236}">
                <a16:creationId xmlns:a16="http://schemas.microsoft.com/office/drawing/2014/main" id="{A2692E5C-17F4-4E40-BA75-D31BCBBF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52475" y="5191125"/>
            <a:ext cx="83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1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解释</a:t>
            </a:r>
          </a:p>
        </p:txBody>
      </p:sp>
      <p:sp>
        <p:nvSpPr>
          <p:cNvPr id="21" name="抽象事件">
            <a:extLst xmlns:a="http://schemas.openxmlformats.org/drawingml/2006/main">
              <a:ext uri="{FF2B5EF4-FFF2-40B4-BE49-F238E27FC236}">
                <a16:creationId xmlns:a16="http://schemas.microsoft.com/office/drawing/2014/main" id="{FBF1CF68-44C1-4FB6-AD68-A7C69E2AD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81200" y="5153025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抽象事件</a:t>
            </a:r>
          </a:p>
        </p:txBody>
      </p:sp>
      <p:sp>
        <p:nvSpPr>
          <p:cNvPr id="22" name="将多个过程段形成语义候选，由用户确认。&#10;可以拆分、合并、重命名，不改写">
            <a:extLst xmlns:a="http://schemas.openxmlformats.org/drawingml/2006/main">
              <a:ext uri="{FF2B5EF4-FFF2-40B4-BE49-F238E27FC236}">
                <a16:creationId xmlns:a16="http://schemas.microsoft.com/office/drawing/2014/main" id="{D99EED60-7E4D-4B49-8485-E7FF75BD5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48225" y="5048250"/>
            <a:ext cx="64389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将多个过程段形成语义候选，由用户确认。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可以拆分、合并、重命名，不改写原始事实。</a:t>
            </a:r>
          </a:p>
        </p:txBody>
      </p:sp>
    </p:spTree>
    <p:extLst>
      <p:ext uri="{BB962C8B-B14F-4D97-AF65-F5344CB8AC3E}">
        <p14:creationId xmlns:p14="http://schemas.microsoft.com/office/powerpoint/2010/main" val="18723712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3793C2E2-791A-46FC-8358-4693F6F7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附录 03">
            <a:extLst xmlns:a="http://schemas.openxmlformats.org/drawingml/2006/main">
              <a:ext uri="{FF2B5EF4-FFF2-40B4-BE49-F238E27FC236}">
                <a16:creationId xmlns:a16="http://schemas.microsoft.com/office/drawing/2014/main" id="{E32E430A-AB12-4B3E-B9EA-1247F8D4C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附录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9C17E3-2C77-45C3-B9B2-D5E2E9AEE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EDDC28-11ED-410C-AF46-D08134469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5" name="21">
            <a:extLst xmlns:a="http://schemas.openxmlformats.org/drawingml/2006/main">
              <a:ext uri="{FF2B5EF4-FFF2-40B4-BE49-F238E27FC236}">
                <a16:creationId xmlns:a16="http://schemas.microsoft.com/office/drawing/2014/main" id="{79E99E09-0E2C-48F5-871E-E0E99757D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21</a:t>
            </a:r>
          </a:p>
        </p:txBody>
      </p:sp>
      <p:sp>
        <p:nvSpPr>
          <p:cNvPr id="6" name="恢复依赖，决定重放范围">
            <a:extLst xmlns:a="http://schemas.openxmlformats.org/drawingml/2006/main">
              <a:ext uri="{FF2B5EF4-FFF2-40B4-BE49-F238E27FC236}">
                <a16:creationId xmlns:a16="http://schemas.microsoft.com/office/drawing/2014/main" id="{1EAF6C73-948B-4AB9-8B4F-CFEC167A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恢复依赖，决定重放范围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4154F223-5B73-4C1B-97AD-DA58152AB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276475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8" name="结果仍然有效">
            <a:extLst xmlns:a="http://schemas.openxmlformats.org/drawingml/2006/main">
              <a:ext uri="{FF2B5EF4-FFF2-40B4-BE49-F238E27FC236}">
                <a16:creationId xmlns:a16="http://schemas.microsoft.com/office/drawing/2014/main" id="{47452A72-6A95-4FA1-B686-F7B746502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276475"/>
            <a:ext cx="502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结果仍然有效</a:t>
            </a:r>
          </a:p>
        </p:txBody>
      </p:sp>
      <p:sp>
        <p:nvSpPr>
          <p:cNvPr id="9" name="没有受到早期修改影响的视觉结果，&#10;优先复用，避免每次全量重算。">
            <a:extLst xmlns:a="http://schemas.openxmlformats.org/drawingml/2006/main">
              <a:ext uri="{FF2B5EF4-FFF2-40B4-BE49-F238E27FC236}">
                <a16:creationId xmlns:a16="http://schemas.microsoft.com/office/drawing/2014/main" id="{97A654CE-723F-490C-AB31-6C97A87F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2809875"/>
            <a:ext cx="5029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没有受到早期修改影响的视觉结果，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优先复用，避免每次全量重算。</a:t>
            </a:r>
          </a:p>
        </p:txBody>
      </p: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7D3210E1-633B-425D-86BB-2A669C10D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4124325"/>
            <a:ext cx="5143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62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1" name="输入条件已经改变">
            <a:extLst xmlns:a="http://schemas.openxmlformats.org/drawingml/2006/main">
              <a:ext uri="{FF2B5EF4-FFF2-40B4-BE49-F238E27FC236}">
                <a16:creationId xmlns:a16="http://schemas.microsoft.com/office/drawing/2014/main" id="{A393E030-F26D-42BE-AB0E-4CDF5A8B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124325"/>
            <a:ext cx="502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输入条件已经改变</a:t>
            </a:r>
          </a:p>
        </p:txBody>
      </p:sp>
      <p:sp>
        <p:nvSpPr>
          <p:cNvPr id="12" name="底色、混色、遮挡或图层状态变化时，&#10;需要判断相关后续事件能否可靠再执行">
            <a:extLst xmlns:a="http://schemas.openxmlformats.org/drawingml/2006/main">
              <a:ext uri="{FF2B5EF4-FFF2-40B4-BE49-F238E27FC236}">
                <a16:creationId xmlns:a16="http://schemas.microsoft.com/office/drawing/2014/main" id="{8D9A988F-D464-44F4-90E1-BEE55FA5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4925" y="4657725"/>
            <a:ext cx="5029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底色、混色、遮挡或图层状态变化时，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需要判断相关后续事件能否可靠再执行。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FC825-6C95-458A-B17F-31D6D5549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2286000"/>
            <a:ext cx="4238625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4" name="可靠基线">
            <a:extLst xmlns:a="http://schemas.openxmlformats.org/drawingml/2006/main">
              <a:ext uri="{FF2B5EF4-FFF2-40B4-BE49-F238E27FC236}">
                <a16:creationId xmlns:a16="http://schemas.microsoft.com/office/drawing/2014/main" id="{6248D3CF-246C-4E1B-821C-93051FA1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2581275"/>
            <a:ext cx="354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75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3375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可靠基线</a:t>
            </a:r>
          </a:p>
        </p:txBody>
      </p:sp>
      <p:sp>
        <p:nvSpPr>
          <p:cNvPr id="15" name="先恢复到可靠状态，&#10;再处理受影响过程。&#10;校验超出容忍范围时，&#10;支持整次">
            <a:extLst xmlns:a="http://schemas.openxmlformats.org/drawingml/2006/main">
              <a:ext uri="{FF2B5EF4-FFF2-40B4-BE49-F238E27FC236}">
                <a16:creationId xmlns:a16="http://schemas.microsoft.com/office/drawing/2014/main" id="{0C176057-3BF6-4734-9186-4B3D3E8B9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6625" y="3533775"/>
            <a:ext cx="34671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先恢复到可靠状态，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再处理受影响过程。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校验超出容忍范围时，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支持整次回滚并记录失败。</a:t>
            </a:r>
          </a:p>
        </p:txBody>
      </p:sp>
      <p:sp>
        <p:nvSpPr>
          <p:cNvPr id="16" name="长程迁移与重挂接需要可靠性分级，不能承诺所有场景无损。">
            <a:extLst xmlns:a="http://schemas.openxmlformats.org/drawingml/2006/main">
              <a:ext uri="{FF2B5EF4-FFF2-40B4-BE49-F238E27FC236}">
                <a16:creationId xmlns:a16="http://schemas.microsoft.com/office/drawing/2014/main" id="{FFF0CD41-2957-43BD-8586-90BC7717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长程迁移与重挂接需要可靠性分级，不能承诺所有场景无损。</a:t>
            </a:r>
          </a:p>
        </p:txBody>
      </p:sp>
    </p:spTree>
    <p:extLst>
      <p:ext uri="{BB962C8B-B14F-4D97-AF65-F5344CB8AC3E}">
        <p14:creationId xmlns:p14="http://schemas.microsoft.com/office/powerpoint/2010/main" val="1463364702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91284853-39CE-4586-83D0-5D949A39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附录 04">
            <a:extLst xmlns:a="http://schemas.openxmlformats.org/drawingml/2006/main">
              <a:ext uri="{FF2B5EF4-FFF2-40B4-BE49-F238E27FC236}">
                <a16:creationId xmlns:a16="http://schemas.microsoft.com/office/drawing/2014/main" id="{21FA9A32-9AA7-42B5-A806-18136D95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附录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CD56EE-DA56-4FB3-81B6-0D7C6CA34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DC1B7A-30FE-4A8A-B5C4-489574BE7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5" name="22">
            <a:extLst xmlns:a="http://schemas.openxmlformats.org/drawingml/2006/main">
              <a:ext uri="{FF2B5EF4-FFF2-40B4-BE49-F238E27FC236}">
                <a16:creationId xmlns:a16="http://schemas.microsoft.com/office/drawing/2014/main" id="{DD54FE76-45C7-4E4E-9047-6602AB316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22</a:t>
            </a:r>
          </a:p>
        </p:txBody>
      </p:sp>
      <p:sp>
        <p:nvSpPr>
          <p:cNvPr id="6" name="事实只存一次，组织可以升级">
            <a:extLst xmlns:a="http://schemas.openxmlformats.org/drawingml/2006/main">
              <a:ext uri="{FF2B5EF4-FFF2-40B4-BE49-F238E27FC236}">
                <a16:creationId xmlns:a16="http://schemas.microsoft.com/office/drawing/2014/main" id="{094CFAB6-B0E9-4931-BAE2-55D8BC08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事实只存一次，组织可以升级</a:t>
            </a:r>
          </a:p>
        </p:txBody>
      </p:sp>
      <p:sp>
        <p:nvSpPr>
          <p:cNvPr id="7" name="默认执行视图">
            <a:extLst xmlns:a="http://schemas.openxmlformats.org/drawingml/2006/main">
              <a:ext uri="{FF2B5EF4-FFF2-40B4-BE49-F238E27FC236}">
                <a16:creationId xmlns:a16="http://schemas.microsoft.com/office/drawing/2014/main" id="{D17A6E16-C046-4038-96B3-B57960E2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276475"/>
            <a:ext cx="50768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默认执行视图</a:t>
            </a:r>
          </a:p>
        </p:txBody>
      </p:sp>
      <p:sp>
        <p:nvSpPr>
          <p:cNvPr id="8" name="默认事件包关联基础脏矩阵、快照&#10;和可靠节点，承担实际重建职责。&#10;文件打">
            <a:extLst xmlns:a="http://schemas.openxmlformats.org/drawingml/2006/main">
              <a:ext uri="{FF2B5EF4-FFF2-40B4-BE49-F238E27FC236}">
                <a16:creationId xmlns:a16="http://schemas.microsoft.com/office/drawing/2014/main" id="{95D2A0E6-F61A-4DCB-B4C5-C674211E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2905125"/>
            <a:ext cx="5114925" cy="1533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默认事件包关联基础脏矩阵、快照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和可靠节点，承担实际重建职责。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文件打开后即可进行基础操作。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BBFD98-A108-4068-B88B-F7CE15DB4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91275" y="2190750"/>
            <a:ext cx="4848225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10" name="其他维度的查询视图">
            <a:extLst xmlns:a="http://schemas.openxmlformats.org/drawingml/2006/main">
              <a:ext uri="{FF2B5EF4-FFF2-40B4-BE49-F238E27FC236}">
                <a16:creationId xmlns:a16="http://schemas.microsoft.com/office/drawing/2014/main" id="{9F83E3FF-A2B4-47B2-924C-382452A2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2486025"/>
            <a:ext cx="422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其他维度的查询视图</a:t>
            </a:r>
          </a:p>
        </p:txBody>
      </p:sp>
      <p:sp>
        <p:nvSpPr>
          <p:cNvPr id="11" name="按空间、工具或运动规律聚集，&#10;帮助用户更快筛选事件。&#10;执行排除时映射回">
            <a:extLst xmlns:a="http://schemas.openxmlformats.org/drawingml/2006/main">
              <a:ext uri="{FF2B5EF4-FFF2-40B4-BE49-F238E27FC236}">
                <a16:creationId xmlns:a16="http://schemas.microsoft.com/office/drawing/2014/main" id="{B29C79E6-195B-4D9E-B382-C9C5DFC8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05600" y="3133725"/>
            <a:ext cx="421957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按空间、工具或运动规律聚集，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帮助用户更快筛选事件。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执行排除时映射回默认事件包，</a:t>
            </a:r>
          </a:p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并关联机械事件与恢复体系。</a:t>
            </a:r>
          </a:p>
        </p:txBody>
      </p:sp>
      <p:sp>
        <p:nvSpPr>
          <p:cNvPr id="12" name="运动规律只是连续行为的线索，不能单独等同于创作意图。">
            <a:extLst xmlns:a="http://schemas.openxmlformats.org/drawingml/2006/main">
              <a:ext uri="{FF2B5EF4-FFF2-40B4-BE49-F238E27FC236}">
                <a16:creationId xmlns:a16="http://schemas.microsoft.com/office/drawing/2014/main" id="{40977238-75D0-457C-BA36-5CF959228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运动规律只是连续行为的线索，不能单独等同于创作意图。</a:t>
            </a:r>
          </a:p>
        </p:txBody>
      </p:sp>
    </p:spTree>
    <p:extLst>
      <p:ext uri="{BB962C8B-B14F-4D97-AF65-F5344CB8AC3E}">
        <p14:creationId xmlns:p14="http://schemas.microsoft.com/office/powerpoint/2010/main" val="210147495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261172A4-89B4-42FB-B64D-A84EE664A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附录 05">
            <a:extLst xmlns:a="http://schemas.openxmlformats.org/drawingml/2006/main">
              <a:ext uri="{FF2B5EF4-FFF2-40B4-BE49-F238E27FC236}">
                <a16:creationId xmlns:a16="http://schemas.microsoft.com/office/drawing/2014/main" id="{E957F793-BFDA-494A-BEB0-9C50708B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附录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54583-5C96-4D0A-A3D2-2B6820C70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DC67D0-97F9-4A83-B9A6-D12454A4A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23">
            <a:extLst xmlns:a="http://schemas.openxmlformats.org/drawingml/2006/main">
              <a:ext uri="{FF2B5EF4-FFF2-40B4-BE49-F238E27FC236}">
                <a16:creationId xmlns:a16="http://schemas.microsoft.com/office/drawing/2014/main" id="{5BD56B22-5A6C-4988-9ABB-0ABA786C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23</a:t>
            </a:r>
          </a:p>
        </p:txBody>
      </p:sp>
      <p:sp>
        <p:nvSpPr>
          <p:cNvPr id="6" name="输入、宿主状态、视觉结果">
            <a:extLst xmlns:a="http://schemas.openxmlformats.org/drawingml/2006/main">
              <a:ext uri="{FF2B5EF4-FFF2-40B4-BE49-F238E27FC236}">
                <a16:creationId xmlns:a16="http://schemas.microsoft.com/office/drawing/2014/main" id="{F8B2E6C8-5C6C-4D9E-A19B-39B8455F7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输入、宿主状态、视觉结果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E4C8B5-5F1B-4B8B-B56A-DEC39D620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2562225"/>
            <a:ext cx="3352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8" name="输入平面">
            <a:extLst xmlns:a="http://schemas.openxmlformats.org/drawingml/2006/main">
              <a:ext uri="{FF2B5EF4-FFF2-40B4-BE49-F238E27FC236}">
                <a16:creationId xmlns:a16="http://schemas.microsoft.com/office/drawing/2014/main" id="{DE08B13C-9E73-460B-AADC-831B6AE64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2762250"/>
            <a:ext cx="2914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7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输入平面</a:t>
            </a:r>
          </a:p>
        </p:txBody>
      </p:sp>
      <p:sp>
        <p:nvSpPr>
          <p:cNvPr id="9" name="记录与重新提供">
            <a:extLst xmlns:a="http://schemas.openxmlformats.org/drawingml/2006/main">
              <a:ext uri="{FF2B5EF4-FFF2-40B4-BE49-F238E27FC236}">
                <a16:creationId xmlns:a16="http://schemas.microsoft.com/office/drawing/2014/main" id="{C3B58C79-CDB7-42B1-9DF1-F0B40697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35052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记录与重新提供</a:t>
            </a:r>
          </a:p>
        </p:txBody>
      </p:sp>
      <p:sp>
        <p:nvSpPr>
          <p:cNvPr id="10" name="数位笔坐标与压感，&#10;倾斜、起落笔，&#10;以及采样时序。">
            <a:extLst xmlns:a="http://schemas.openxmlformats.org/drawingml/2006/main">
              <a:ext uri="{FF2B5EF4-FFF2-40B4-BE49-F238E27FC236}">
                <a16:creationId xmlns:a16="http://schemas.microsoft.com/office/drawing/2014/main" id="{516211AA-201A-4DA1-A891-A80B16F4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0100" y="4057650"/>
            <a:ext cx="29146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数位笔坐标与压感，</a:t>
            </a:r>
          </a:p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倾斜、起落笔，</a:t>
            </a:r>
          </a:p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以及采样时序。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87086F-FB31-4986-AD33-0B1D88522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7675" y="2800350"/>
            <a:ext cx="3352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2" name="宿主状态平面">
            <a:extLst xmlns:a="http://schemas.openxmlformats.org/drawingml/2006/main">
              <a:ext uri="{FF2B5EF4-FFF2-40B4-BE49-F238E27FC236}">
                <a16:creationId xmlns:a16="http://schemas.microsoft.com/office/drawing/2014/main" id="{4F9D085D-6EC6-40EF-9D92-CC889940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000375"/>
            <a:ext cx="2914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7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宿主状态平面</a:t>
            </a:r>
          </a:p>
        </p:txBody>
      </p:sp>
      <p:sp>
        <p:nvSpPr>
          <p:cNvPr id="13" name="理解操作条件">
            <a:extLst xmlns:a="http://schemas.openxmlformats.org/drawingml/2006/main">
              <a:ext uri="{FF2B5EF4-FFF2-40B4-BE49-F238E27FC236}">
                <a16:creationId xmlns:a16="http://schemas.microsoft.com/office/drawing/2014/main" id="{5733FD07-F5EA-4A7C-8EF4-D551C6AA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3743325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理解操作条件</a:t>
            </a:r>
          </a:p>
        </p:txBody>
      </p:sp>
      <p:sp>
        <p:nvSpPr>
          <p:cNvPr id="14" name="识别画布、工具与图层，&#10;维护屏幕与画布之间&#10;的坐标映射。">
            <a:extLst xmlns:a="http://schemas.openxmlformats.org/drawingml/2006/main">
              <a:ext uri="{FF2B5EF4-FFF2-40B4-BE49-F238E27FC236}">
                <a16:creationId xmlns:a16="http://schemas.microsoft.com/office/drawing/2014/main" id="{222062BD-8B5E-4DDF-9292-689F12D5B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4295775"/>
            <a:ext cx="29146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识别画布、工具与图层，</a:t>
            </a:r>
          </a:p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维护屏幕与画布之间</a:t>
            </a:r>
          </a:p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的坐标映射。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9F7CB6-42B6-48BB-9FFB-8C6B7301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34325" y="2562225"/>
            <a:ext cx="3352800" cy="2571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16" name="视觉结果平面">
            <a:extLst xmlns:a="http://schemas.openxmlformats.org/drawingml/2006/main">
              <a:ext uri="{FF2B5EF4-FFF2-40B4-BE49-F238E27FC236}">
                <a16:creationId xmlns:a16="http://schemas.microsoft.com/office/drawing/2014/main" id="{27AA350D-611D-4624-B7F7-820E794F3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2762250"/>
            <a:ext cx="291465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7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视觉结果平面</a:t>
            </a:r>
          </a:p>
        </p:txBody>
      </p:sp>
      <p:sp>
        <p:nvSpPr>
          <p:cNvPr id="17" name="确认实际变化">
            <a:extLst xmlns:a="http://schemas.openxmlformats.org/drawingml/2006/main">
              <a:ext uri="{FF2B5EF4-FFF2-40B4-BE49-F238E27FC236}">
                <a16:creationId xmlns:a16="http://schemas.microsoft.com/office/drawing/2014/main" id="{59958F03-9E88-4124-A501-4E1D97190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3505200"/>
            <a:ext cx="29146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确认实际变化</a:t>
            </a:r>
          </a:p>
        </p:txBody>
      </p:sp>
      <p:sp>
        <p:nvSpPr>
          <p:cNvPr id="18" name="快照、脏矩阵、局部增量&#10;提供变化证据，&#10;并校验恢复结果。">
            <a:extLst xmlns:a="http://schemas.openxmlformats.org/drawingml/2006/main">
              <a:ext uri="{FF2B5EF4-FFF2-40B4-BE49-F238E27FC236}">
                <a16:creationId xmlns:a16="http://schemas.microsoft.com/office/drawing/2014/main" id="{2554DF56-B887-4419-8345-66E02BF7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53400" y="4057650"/>
            <a:ext cx="29146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快照、脏矩阵、局部增量</a:t>
            </a:r>
          </a:p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提供变化证据，</a:t>
            </a:r>
          </a:p>
          <a:p xmlns:a="http://schemas.openxmlformats.org/drawingml/2006/main">
            <a:pPr algn="l">
              <a:def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并校验恢复结果。</a:t>
            </a:r>
          </a:p>
        </p:txBody>
      </p:sp>
      <p:sp>
        <p:nvSpPr>
          <p:cNvPr id="19" name="减少对单一宿主 API 的依赖，同时要处理时序、置信度与异常回滚。">
            <a:extLst xmlns:a="http://schemas.openxmlformats.org/drawingml/2006/main">
              <a:ext uri="{FF2B5EF4-FFF2-40B4-BE49-F238E27FC236}">
                <a16:creationId xmlns:a16="http://schemas.microsoft.com/office/drawing/2014/main" id="{3B7548E1-D6E1-447A-A3F1-7FEA50530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减少对单一宿主 API 的依赖，同时要处理时序、置信度与异常回滚。</a:t>
            </a:r>
          </a:p>
        </p:txBody>
      </p:sp>
    </p:spTree>
    <p:extLst>
      <p:ext uri="{BB962C8B-B14F-4D97-AF65-F5344CB8AC3E}">
        <p14:creationId xmlns:p14="http://schemas.microsoft.com/office/powerpoint/2010/main" val="106898589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6F5FA868-C451-405F-AB7D-B0D50C95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附录 06">
            <a:extLst xmlns:a="http://schemas.openxmlformats.org/drawingml/2006/main">
              <a:ext uri="{FF2B5EF4-FFF2-40B4-BE49-F238E27FC236}">
                <a16:creationId xmlns:a16="http://schemas.microsoft.com/office/drawing/2014/main" id="{6834F900-1197-4E61-8F01-D47D064E3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附录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1A6A00-0884-4854-9BC4-1952C52F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73421-F577-4AAB-98FB-D186BAB1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5" name="24">
            <a:extLst xmlns:a="http://schemas.openxmlformats.org/drawingml/2006/main">
              <a:ext uri="{FF2B5EF4-FFF2-40B4-BE49-F238E27FC236}">
                <a16:creationId xmlns:a16="http://schemas.microsoft.com/office/drawing/2014/main" id="{00E432BB-4219-4A86-9CA4-CAC911078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24</a:t>
            </a:r>
          </a:p>
        </p:txBody>
      </p:sp>
      <p:sp>
        <p:nvSpPr>
          <p:cNvPr id="6" name="过程数据，首先属于创作者">
            <a:extLst xmlns:a="http://schemas.openxmlformats.org/drawingml/2006/main">
              <a:ext uri="{FF2B5EF4-FFF2-40B4-BE49-F238E27FC236}">
                <a16:creationId xmlns:a16="http://schemas.microsoft.com/office/drawing/2014/main" id="{4CA2F946-1340-48E5-8F09-5BE4C5CEC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过程数据，首先属于创作者</a:t>
            </a:r>
          </a:p>
        </p:txBody>
      </p:sp>
      <p:sp>
        <p:nvSpPr>
          <p:cNvPr id="7" name="记录不等于公开。公开观看、分享、再创作、模型训练与商业训练需要分别授权">
            <a:extLst xmlns:a="http://schemas.openxmlformats.org/drawingml/2006/main">
              <a:ext uri="{FF2B5EF4-FFF2-40B4-BE49-F238E27FC236}">
                <a16:creationId xmlns:a16="http://schemas.microsoft.com/office/drawing/2014/main" id="{6612DCA6-4782-41C8-A43E-B8DD49971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1971675"/>
            <a:ext cx="10839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记录不等于公开。公开观看、分享、再创作、模型训练与商业训练需要分别授权。</a:t>
            </a:r>
          </a:p>
        </p:txBody>
      </p:sp>
      <p:sp>
        <p:nvSpPr>
          <p:cNvPr id="8" name="可公开的过程">
            <a:extLst xmlns:a="http://schemas.openxmlformats.org/drawingml/2006/main">
              <a:ext uri="{FF2B5EF4-FFF2-40B4-BE49-F238E27FC236}">
                <a16:creationId xmlns:a16="http://schemas.microsoft.com/office/drawing/2014/main" id="{8775FFA9-9BBD-4DD9-B625-5F3594C88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228975"/>
            <a:ext cx="4743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可公开的过程</a:t>
            </a:r>
          </a:p>
        </p:txBody>
      </p:sp>
      <p:sp>
        <p:nvSpPr>
          <p:cNvPr id="9" name="过程摘要、关键节点、骨架&#10;或低权限预览，可以帮助教学与交流。">
            <a:extLst xmlns:a="http://schemas.openxmlformats.org/drawingml/2006/main">
              <a:ext uri="{FF2B5EF4-FFF2-40B4-BE49-F238E27FC236}">
                <a16:creationId xmlns:a16="http://schemas.microsoft.com/office/drawing/2014/main" id="{E5D4DF0F-0588-4AFF-BD6B-9EC64202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8650" y="3829050"/>
            <a:ext cx="4972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过程摘要、关键节点、骨架</a:t>
            </a:r>
          </a:p>
          <a:p xmlns:a="http://schemas.openxmlformats.org/drawingml/2006/main">
            <a:pPr algn="l">
              <a:def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或低权限预览，可以帮助教学与交流。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CB017-69E2-4DFC-9DD1-F0C74637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0325" y="3162300"/>
            <a:ext cx="48387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11" name="需要明确许可的数据">
            <a:extLst xmlns:a="http://schemas.openxmlformats.org/drawingml/2006/main">
              <a:ext uri="{FF2B5EF4-FFF2-40B4-BE49-F238E27FC236}">
                <a16:creationId xmlns:a16="http://schemas.microsoft.com/office/drawing/2014/main" id="{EE38E73B-961C-4889-848B-D8499F93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3409950"/>
            <a:ext cx="4229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需要明确许可的数据</a:t>
            </a:r>
          </a:p>
        </p:txBody>
      </p:sp>
      <p:sp>
        <p:nvSpPr>
          <p:cNvPr id="12" name="原始机械事件与完整状态转移，&#10;应记录来源、用途和派生关系。&#10;训练授权还">
            <a:extLst xmlns:a="http://schemas.openxmlformats.org/drawingml/2006/main">
              <a:ext uri="{FF2B5EF4-FFF2-40B4-BE49-F238E27FC236}">
                <a16:creationId xmlns:a16="http://schemas.microsoft.com/office/drawing/2014/main" id="{BDAB4586-9093-4CCE-8244-97C90A0D1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15125" y="4029075"/>
            <a:ext cx="41814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原始机械事件与完整状态转移，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应记录来源、用途和派生关系。</a:t>
            </a:r>
          </a:p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训练授权还要明确撤回与回馈规则。</a:t>
            </a:r>
          </a:p>
        </p:txBody>
      </p:sp>
      <p:sp>
        <p:nvSpPr>
          <p:cNvPr id="13" name="创作者能否因此受益，是过程流通与智能化的前提。">
            <a:extLst xmlns:a="http://schemas.openxmlformats.org/drawingml/2006/main">
              <a:ext uri="{FF2B5EF4-FFF2-40B4-BE49-F238E27FC236}">
                <a16:creationId xmlns:a16="http://schemas.microsoft.com/office/drawing/2014/main" id="{002D03B1-742D-433B-81F7-31E686C8F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创作者能否因此受益，是过程流通与智能化的前提。</a:t>
            </a:r>
          </a:p>
        </p:txBody>
      </p:sp>
    </p:spTree>
    <p:extLst>
      <p:ext uri="{BB962C8B-B14F-4D97-AF65-F5344CB8AC3E}">
        <p14:creationId xmlns:p14="http://schemas.microsoft.com/office/powerpoint/2010/main" val="1921063008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1D9FDCBE-3594-42F5-BFD5-2C964EBC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附录 07">
            <a:extLst xmlns:a="http://schemas.openxmlformats.org/drawingml/2006/main">
              <a:ext uri="{FF2B5EF4-FFF2-40B4-BE49-F238E27FC236}">
                <a16:creationId xmlns:a16="http://schemas.microsoft.com/office/drawing/2014/main" id="{5C92493E-27A4-41D1-9DF1-5EA94E25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附录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64ADD9-3F6B-4916-8916-E3C30341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E6195-3AD9-4A42-A6D8-DBB4FCBBF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AD4E8"/>
          </a:solidFill>
          <a:ln xmlns:a="http://schemas.openxmlformats.org/drawingml/2006/main" w="0">
            <a:noFill/>
          </a:ln>
        </p:spPr>
      </p:sp>
      <p:sp>
        <p:nvSpPr>
          <p:cNvPr id="5" name="25">
            <a:extLst xmlns:a="http://schemas.openxmlformats.org/drawingml/2006/main">
              <a:ext uri="{FF2B5EF4-FFF2-40B4-BE49-F238E27FC236}">
                <a16:creationId xmlns:a16="http://schemas.microsoft.com/office/drawing/2014/main" id="{5CEFD3DF-3333-47D2-A4F8-200912948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25</a:t>
            </a:r>
          </a:p>
        </p:txBody>
      </p:sp>
      <p:sp>
        <p:nvSpPr>
          <p:cNvPr id="6" name="长期路线：由工具价值逐层生长">
            <a:extLst xmlns:a="http://schemas.openxmlformats.org/drawingml/2006/main">
              <a:ext uri="{FF2B5EF4-FFF2-40B4-BE49-F238E27FC236}">
                <a16:creationId xmlns:a16="http://schemas.microsoft.com/office/drawing/2014/main" id="{81EA72CA-B09C-428B-B5AF-A1B88C39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长期路线：由工具价值逐层生长</a:t>
            </a:r>
          </a:p>
        </p:txBody>
      </p:sp>
      <p:sp>
        <p:nvSpPr>
          <p:cNvPr id="7" name="01">
            <a:extLst xmlns:a="http://schemas.openxmlformats.org/drawingml/2006/main">
              <a:ext uri="{FF2B5EF4-FFF2-40B4-BE49-F238E27FC236}">
                <a16:creationId xmlns:a16="http://schemas.microsoft.com/office/drawing/2014/main" id="{F7CFB3CB-C9CE-4546-8C7B-70EFDDB55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215265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47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01</a:t>
            </a:r>
          </a:p>
        </p:txBody>
      </p:sp>
      <p:sp>
        <p:nvSpPr>
          <p:cNvPr id="8" name="工具价值">
            <a:extLst xmlns:a="http://schemas.openxmlformats.org/drawingml/2006/main">
              <a:ext uri="{FF2B5EF4-FFF2-40B4-BE49-F238E27FC236}">
                <a16:creationId xmlns:a16="http://schemas.microsoft.com/office/drawing/2014/main" id="{AC815E2E-33D0-43CD-A2F1-B05CE596E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2152650"/>
            <a:ext cx="3162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4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工具价值</a:t>
            </a:r>
          </a:p>
        </p:txBody>
      </p:sp>
      <p:sp>
        <p:nvSpPr>
          <p:cNvPr id="9" name="修改历史，降低返工成本。">
            <a:extLst xmlns:a="http://schemas.openxmlformats.org/drawingml/2006/main">
              <a:ext uri="{FF2B5EF4-FFF2-40B4-BE49-F238E27FC236}">
                <a16:creationId xmlns:a16="http://schemas.microsoft.com/office/drawing/2014/main" id="{D11912E3-9185-4B09-92E9-F948E48FF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162175"/>
            <a:ext cx="59340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修改历史，降低返工成本。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C89FC5-E9F1-4495-A74E-3F7DB4450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2886075"/>
            <a:ext cx="9591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11" name="02">
            <a:extLst xmlns:a="http://schemas.openxmlformats.org/drawingml/2006/main">
              <a:ext uri="{FF2B5EF4-FFF2-40B4-BE49-F238E27FC236}">
                <a16:creationId xmlns:a16="http://schemas.microsoft.com/office/drawing/2014/main" id="{E7F1FADF-4363-4BC9-943D-839C28DC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310515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47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02</a:t>
            </a:r>
          </a:p>
        </p:txBody>
      </p:sp>
      <p:sp>
        <p:nvSpPr>
          <p:cNvPr id="12" name="过程工程文件">
            <a:extLst xmlns:a="http://schemas.openxmlformats.org/drawingml/2006/main">
              <a:ext uri="{FF2B5EF4-FFF2-40B4-BE49-F238E27FC236}">
                <a16:creationId xmlns:a16="http://schemas.microsoft.com/office/drawing/2014/main" id="{1DF0D16F-D377-4CD9-A8F2-BC7FD6A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3105150"/>
            <a:ext cx="3162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4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过程工程文件</a:t>
            </a:r>
          </a:p>
        </p:txBody>
      </p:sp>
      <p:sp>
        <p:nvSpPr>
          <p:cNvPr id="13" name="组织、读取、恢复、分支与交接。">
            <a:extLst xmlns:a="http://schemas.openxmlformats.org/drawingml/2006/main">
              <a:ext uri="{FF2B5EF4-FFF2-40B4-BE49-F238E27FC236}">
                <a16:creationId xmlns:a16="http://schemas.microsoft.com/office/drawing/2014/main" id="{1AFCD945-C39B-4D5A-B1CF-838744301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3114675"/>
            <a:ext cx="59340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组织、读取、恢复、分支与交接。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93575B-338F-4B0E-8D72-B870100F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3838575"/>
            <a:ext cx="9591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A495CE56-761A-4D16-8E80-32D957C2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405765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47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03</a:t>
            </a:r>
          </a:p>
        </p:txBody>
      </p:sp>
      <p:sp>
        <p:nvSpPr>
          <p:cNvPr id="16" name="专业过程媒介">
            <a:extLst xmlns:a="http://schemas.openxmlformats.org/drawingml/2006/main">
              <a:ext uri="{FF2B5EF4-FFF2-40B4-BE49-F238E27FC236}">
                <a16:creationId xmlns:a16="http://schemas.microsoft.com/office/drawing/2014/main" id="{4F16C0A8-554E-451A-8011-3E1589563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4057650"/>
            <a:ext cx="3162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4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专业过程媒介</a:t>
            </a:r>
          </a:p>
        </p:txBody>
      </p:sp>
      <p:sp>
        <p:nvSpPr>
          <p:cNvPr id="17" name="形成可读节点、教学材料与授权再创作单元。">
            <a:extLst xmlns:a="http://schemas.openxmlformats.org/drawingml/2006/main">
              <a:ext uri="{FF2B5EF4-FFF2-40B4-BE49-F238E27FC236}">
                <a16:creationId xmlns:a16="http://schemas.microsoft.com/office/drawing/2014/main" id="{F6A8A044-0F37-42DB-821C-C136F01D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4067175"/>
            <a:ext cx="59340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形成可读节点、教学材料与授权再创作单元。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013D78-203B-4140-8124-C8480164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4791075"/>
            <a:ext cx="9591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19" name="04">
            <a:extLst xmlns:a="http://schemas.openxmlformats.org/drawingml/2006/main">
              <a:ext uri="{FF2B5EF4-FFF2-40B4-BE49-F238E27FC236}">
                <a16:creationId xmlns:a16="http://schemas.microsoft.com/office/drawing/2014/main" id="{E9229849-49F2-4B20-AB34-6107C511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9600" y="5010150"/>
            <a:ext cx="6191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9D493F"/>
                </a:solidFill>
                <a:latin typeface="Bodoni MT"/>
                <a:ea typeface="Bodoni MT"/>
                <a:cs typeface="Bodoni MT"/>
              </a:defRPr>
            </a:pPr>
            <a:r>
              <a:rPr sz="2475" b="0">
                <a:solidFill>
                  <a:srgbClr val="9D493F"/>
                </a:solidFill>
                <a:latin typeface="Bodoni MT"/>
                <a:ea typeface="Bodoni MT"/>
                <a:cs typeface="Bodoni MT"/>
              </a:rPr>
              <a:t>04</a:t>
            </a:r>
          </a:p>
        </p:txBody>
      </p:sp>
      <p:sp>
        <p:nvSpPr>
          <p:cNvPr id="20" name="过程智能">
            <a:extLst xmlns:a="http://schemas.openxmlformats.org/drawingml/2006/main">
              <a:ext uri="{FF2B5EF4-FFF2-40B4-BE49-F238E27FC236}">
                <a16:creationId xmlns:a16="http://schemas.microsoft.com/office/drawing/2014/main" id="{1F7D84B3-D857-42EE-8C94-62432CDD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5010150"/>
            <a:ext cx="31623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4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过程智能</a:t>
            </a:r>
          </a:p>
        </p:txBody>
      </p:sp>
      <p:sp>
        <p:nvSpPr>
          <p:cNvPr id="21" name="在明确授权下，理解过程并与用户增量协作。">
            <a:extLst xmlns:a="http://schemas.openxmlformats.org/drawingml/2006/main">
              <a:ext uri="{FF2B5EF4-FFF2-40B4-BE49-F238E27FC236}">
                <a16:creationId xmlns:a16="http://schemas.microsoft.com/office/drawing/2014/main" id="{7B7B93C1-6F66-4125-8BB9-54E9A5D97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5019675"/>
            <a:ext cx="5934075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在明确授权下，理解过程并与用户增量协作。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CD54F5-56C2-4397-854C-15541E4E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28775" y="5743575"/>
            <a:ext cx="9591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04661142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5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记艺线  /  立项会">
            <a:extLst xmlns:a="http://schemas.openxmlformats.org/drawingml/2006/main">
              <a:ext uri="{FF2B5EF4-FFF2-40B4-BE49-F238E27FC236}">
                <a16:creationId xmlns:a16="http://schemas.microsoft.com/office/drawing/2014/main" id="{0EAAA3B4-1240-4960-AF8D-68DECEE4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266700"/>
            <a:ext cx="2952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记艺线  /  立项会</a:t>
            </a:r>
          </a:p>
        </p:txBody>
      </p:sp>
      <p:sp>
        <p:nvSpPr>
          <p:cNvPr id="2" name="附录 08">
            <a:extLst xmlns:a="http://schemas.openxmlformats.org/drawingml/2006/main">
              <a:ext uri="{FF2B5EF4-FFF2-40B4-BE49-F238E27FC236}">
                <a16:creationId xmlns:a16="http://schemas.microsoft.com/office/drawing/2014/main" id="{702EE599-9FF9-4B9E-B748-80FA77577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96500" y="266700"/>
            <a:ext cx="15621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9665F"/>
                </a:solidFill>
                <a:latin typeface="Microsoft YaHei"/>
                <a:ea typeface="Microsoft YaHei"/>
                <a:cs typeface="Microsoft YaHei"/>
              </a:rPr>
              <a:t>附录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84D5E-80E6-4D8C-B494-7E29AA207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6096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B1A5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057ECE-1502-499F-8D91-67020196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0450" y="6429375"/>
            <a:ext cx="4381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5" name="26">
            <a:extLst xmlns:a="http://schemas.openxmlformats.org/drawingml/2006/main">
              <a:ext uri="{FF2B5EF4-FFF2-40B4-BE49-F238E27FC236}">
                <a16:creationId xmlns:a16="http://schemas.microsoft.com/office/drawing/2014/main" id="{1FEFFD53-0A60-419D-BCFF-E7035D1D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29875" y="6315075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defRPr>
            </a:pPr>
            <a:r>
              <a:rPr sz="1350" b="0">
                <a:solidFill>
                  <a:srgbClr val="59665F"/>
                </a:solidFill>
                <a:latin typeface="Bodoni MT"/>
                <a:ea typeface="Bodoni MT"/>
                <a:cs typeface="Bodoni MT"/>
              </a:rPr>
              <a:t>26</a:t>
            </a:r>
          </a:p>
        </p:txBody>
      </p:sp>
      <p:sp>
        <p:nvSpPr>
          <p:cNvPr id="6" name="立项验证，先回答这些问题">
            <a:extLst xmlns:a="http://schemas.openxmlformats.org/drawingml/2006/main">
              <a:ext uri="{FF2B5EF4-FFF2-40B4-BE49-F238E27FC236}">
                <a16:creationId xmlns:a16="http://schemas.microsoft.com/office/drawing/2014/main" id="{3CAC5DB7-E6F0-4F20-90F8-5912BE56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3400" y="933450"/>
            <a:ext cx="10858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48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立项验证，先回答这些问题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5C7142-2D13-49D8-83C9-57593A316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2171700"/>
            <a:ext cx="24669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CCD1"/>
          </a:solidFill>
          <a:ln xmlns:a="http://schemas.openxmlformats.org/drawingml/2006/main" w="0">
            <a:noFill/>
          </a:ln>
        </p:spPr>
      </p:sp>
      <p:sp>
        <p:nvSpPr>
          <p:cNvPr id="8" name="用户愿不愿用">
            <a:extLst xmlns:a="http://schemas.openxmlformats.org/drawingml/2006/main">
              <a:ext uri="{FF2B5EF4-FFF2-40B4-BE49-F238E27FC236}">
                <a16:creationId xmlns:a16="http://schemas.microsoft.com/office/drawing/2014/main" id="{63AC5148-0FB0-4B99-980A-6DD93F6A3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231457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1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用户愿不愿用</a:t>
            </a:r>
          </a:p>
        </p:txBody>
      </p:sp>
      <p:sp>
        <p:nvSpPr>
          <p:cNvPr id="9" name="真实返工时，用户是否反复选择事件排除？">
            <a:extLst xmlns:a="http://schemas.openxmlformats.org/drawingml/2006/main">
              <a:ext uri="{FF2B5EF4-FFF2-40B4-BE49-F238E27FC236}">
                <a16:creationId xmlns:a16="http://schemas.microsoft.com/office/drawing/2014/main" id="{14129582-3B40-4F92-919E-B1ED088E5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2266950"/>
            <a:ext cx="7753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真实返工时，用户是否反复选择事件排除？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7B11AE-A2C7-4EE6-B6C2-862FB547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038475"/>
            <a:ext cx="24669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ADDE6"/>
          </a:solidFill>
          <a:ln xmlns:a="http://schemas.openxmlformats.org/drawingml/2006/main" w="0">
            <a:noFill/>
          </a:ln>
        </p:spPr>
      </p:sp>
      <p:sp>
        <p:nvSpPr>
          <p:cNvPr id="11" name="结果是否可信">
            <a:extLst xmlns:a="http://schemas.openxmlformats.org/drawingml/2006/main">
              <a:ext uri="{FF2B5EF4-FFF2-40B4-BE49-F238E27FC236}">
                <a16:creationId xmlns:a16="http://schemas.microsoft.com/office/drawing/2014/main" id="{616494BF-CB1D-4325-8E00-49C9614B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31813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1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结果是否可信</a:t>
            </a:r>
          </a:p>
        </p:txBody>
      </p:sp>
      <p:sp>
        <p:nvSpPr>
          <p:cNvPr id="12" name="恢复失败、视觉误差、等待与回滚是否可接受？">
            <a:extLst xmlns:a="http://schemas.openxmlformats.org/drawingml/2006/main">
              <a:ext uri="{FF2B5EF4-FFF2-40B4-BE49-F238E27FC236}">
                <a16:creationId xmlns:a16="http://schemas.microsoft.com/office/drawing/2014/main" id="{AC89A4B4-47C6-478D-AE3B-C5FA5AACC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3133725"/>
            <a:ext cx="7753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恢复失败、视觉误差、等待与回滚是否可接受？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E09489-38B3-4D54-BE21-7DEB32331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3905250"/>
            <a:ext cx="24669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DDBB"/>
          </a:solidFill>
          <a:ln xmlns:a="http://schemas.openxmlformats.org/drawingml/2006/main" w="0">
            <a:noFill/>
          </a:ln>
        </p:spPr>
      </p:sp>
      <p:sp>
        <p:nvSpPr>
          <p:cNvPr id="14" name="过程是否易懂">
            <a:extLst xmlns:a="http://schemas.openxmlformats.org/drawingml/2006/main">
              <a:ext uri="{FF2B5EF4-FFF2-40B4-BE49-F238E27FC236}">
                <a16:creationId xmlns:a16="http://schemas.microsoft.com/office/drawing/2014/main" id="{35E48AF1-9907-45A5-9798-BDDFB7EEE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4048125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1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过程是否易懂</a:t>
            </a:r>
          </a:p>
        </p:txBody>
      </p:sp>
      <p:sp>
        <p:nvSpPr>
          <p:cNvPr id="15" name="事件包、节点与分支的表达是否符合创作者心智？">
            <a:extLst xmlns:a="http://schemas.openxmlformats.org/drawingml/2006/main">
              <a:ext uri="{FF2B5EF4-FFF2-40B4-BE49-F238E27FC236}">
                <a16:creationId xmlns:a16="http://schemas.microsoft.com/office/drawing/2014/main" id="{D8C0F77A-5D14-4137-BF44-62F8E643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4000500"/>
            <a:ext cx="7753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事件包、节点与分支的表达是否符合创作者心智？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6E92EFA-4EFE-4BC3-9D25-5B3B8703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0550" y="4772025"/>
            <a:ext cx="24669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0A9"/>
          </a:solidFill>
          <a:ln xmlns:a="http://schemas.openxmlformats.org/drawingml/2006/main" w="0">
            <a:noFill/>
          </a:ln>
        </p:spPr>
      </p:sp>
      <p:sp>
        <p:nvSpPr>
          <p:cNvPr id="17" name="长期价值是否成立">
            <a:extLst xmlns:a="http://schemas.openxmlformats.org/drawingml/2006/main">
              <a:ext uri="{FF2B5EF4-FFF2-40B4-BE49-F238E27FC236}">
                <a16:creationId xmlns:a16="http://schemas.microsoft.com/office/drawing/2014/main" id="{F34FB3A0-3242-474D-A307-A26EF7BA2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0575" y="491490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STKaiti"/>
                <a:ea typeface="STKaiti"/>
                <a:cs typeface="STKaiti"/>
              </a:defRPr>
            </a:pPr>
            <a:r>
              <a:rPr sz="2100" b="0">
                <a:solidFill>
                  <a:srgbClr val="272F2C"/>
                </a:solidFill>
                <a:latin typeface="STKaiti"/>
                <a:ea typeface="STKaiti"/>
                <a:cs typeface="STKaiti"/>
              </a:rPr>
              <a:t>长期价值是否成立</a:t>
            </a:r>
          </a:p>
        </p:txBody>
      </p:sp>
      <p:sp>
        <p:nvSpPr>
          <p:cNvPr id="18" name="过程文件可能首先服务专业用户，媒介化仍待验证。">
            <a:extLst xmlns:a="http://schemas.openxmlformats.org/drawingml/2006/main">
              <a:ext uri="{FF2B5EF4-FFF2-40B4-BE49-F238E27FC236}">
                <a16:creationId xmlns:a16="http://schemas.microsoft.com/office/drawing/2014/main" id="{1D109BD9-CC9C-4757-8664-3D488CDA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48050" y="4867275"/>
            <a:ext cx="77533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72F2C"/>
                </a:solidFill>
                <a:latin typeface="Microsoft YaHei"/>
                <a:ea typeface="Microsoft YaHei"/>
                <a:cs typeface="Microsoft YaHei"/>
              </a:rPr>
              <a:t>过程文件可能首先服务专业用户，媒介化仍待验证。</a:t>
            </a:r>
          </a:p>
        </p:txBody>
      </p:sp>
      <p:sp>
        <p:nvSpPr>
          <p:cNvPr id="19" name="战略可选性大，不等于一开始就押注全部愿景。">
            <a:extLst xmlns:a="http://schemas.openxmlformats.org/drawingml/2006/main">
              <a:ext uri="{FF2B5EF4-FFF2-40B4-BE49-F238E27FC236}">
                <a16:creationId xmlns:a16="http://schemas.microsoft.com/office/drawing/2014/main" id="{A8187042-3DD3-44DB-A024-EBDB7DCB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500" y="580072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9D493F"/>
                </a:solidFill>
                <a:latin typeface="Microsoft YaHei"/>
                <a:ea typeface="Microsoft YaHei"/>
                <a:cs typeface="Microsoft YaHei"/>
              </a:rPr>
              <a:t>战略可选性大，不等于一开始就押注全部愿景。</a:t>
            </a:r>
          </a:p>
        </p:txBody>
      </p:sp>
    </p:spTree>
    <p:extLst>
      <p:ext uri="{BB962C8B-B14F-4D97-AF65-F5344CB8AC3E}">
        <p14:creationId xmlns:p14="http://schemas.microsoft.com/office/powerpoint/2010/main" val="1927633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2026-09-19T11:50:11.9410000Z</dcterms:created>
  <dcterms:modified xsi:type="dcterms:W3CDTF">2026-09-19T11:50:11.9410000Z</dcterms:modified>
</coreProperties>
</file>